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7" r:id="rId2"/>
    <p:sldId id="431" r:id="rId3"/>
    <p:sldId id="409" r:id="rId4"/>
    <p:sldId id="414" r:id="rId5"/>
    <p:sldId id="415" r:id="rId6"/>
    <p:sldId id="416" r:id="rId7"/>
    <p:sldId id="417" r:id="rId8"/>
    <p:sldId id="418" r:id="rId9"/>
    <p:sldId id="419" r:id="rId10"/>
    <p:sldId id="429" r:id="rId11"/>
    <p:sldId id="421" r:id="rId12"/>
    <p:sldId id="422" r:id="rId13"/>
    <p:sldId id="423" r:id="rId14"/>
    <p:sldId id="427" r:id="rId15"/>
    <p:sldId id="430" r:id="rId16"/>
    <p:sldId id="387" r:id="rId17"/>
  </p:sldIdLst>
  <p:sldSz cx="12192000" cy="6858000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Slab" pitchFamily="2" charset="0"/>
      <p:regular r:id="rId23"/>
      <p:bold r:id="rId24"/>
    </p:embeddedFont>
    <p:embeddedFont>
      <p:font typeface="Segoe UI Emoji" panose="020B0502040204020203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kshmisha C R" initials="LCR" lastIdx="1" clrIdx="0">
    <p:extLst>
      <p:ext uri="{19B8F6BF-5375-455C-9EA6-DF929625EA0E}">
        <p15:presenceInfo xmlns:p15="http://schemas.microsoft.com/office/powerpoint/2012/main" userId="S::lakshmisha.cr@reva.edu.in::312cfaaf-b808-4d20-8acc-13912c2a89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2F2F2"/>
    <a:srgbClr val="4A4C55"/>
    <a:srgbClr val="F28128"/>
    <a:srgbClr val="757A7E"/>
    <a:srgbClr val="EE6039"/>
    <a:srgbClr val="6F8E30"/>
    <a:srgbClr val="F99E2B"/>
    <a:srgbClr val="F86633"/>
    <a:srgbClr val="104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BD345-4076-410A-B6ED-5F96CD45036F}" v="7" dt="2026-08-21T06:50:34.040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3490" autoAdjust="0"/>
  </p:normalViewPr>
  <p:slideViewPr>
    <p:cSldViewPr>
      <p:cViewPr varScale="1">
        <p:scale>
          <a:sx n="77" d="100"/>
          <a:sy n="77" d="100"/>
        </p:scale>
        <p:origin x="221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 Sundar" userId="f19c49d76b61e7ed" providerId="LiveId" clId="{02BBC39B-7C6A-418E-80CD-9C0FC6A70999}"/>
    <pc:docChg chg="undo custSel delSld modSld">
      <pc:chgData name="Shyam Sundar" userId="f19c49d76b61e7ed" providerId="LiveId" clId="{02BBC39B-7C6A-418E-80CD-9C0FC6A70999}" dt="2026-08-21T11:23:56.415" v="296" actId="14100"/>
      <pc:docMkLst>
        <pc:docMk/>
      </pc:docMkLst>
      <pc:sldChg chg="addSp modSp mod">
        <pc:chgData name="Shyam Sundar" userId="f19c49d76b61e7ed" providerId="LiveId" clId="{02BBC39B-7C6A-418E-80CD-9C0FC6A70999}" dt="2026-08-21T06:50:49.364" v="210" actId="404"/>
        <pc:sldMkLst>
          <pc:docMk/>
          <pc:sldMk cId="0" sldId="257"/>
        </pc:sldMkLst>
        <pc:spChg chg="mod">
          <ac:chgData name="Shyam Sundar" userId="f19c49d76b61e7ed" providerId="LiveId" clId="{02BBC39B-7C6A-418E-80CD-9C0FC6A70999}" dt="2026-08-21T06:50:49.364" v="210" actId="404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hyam Sundar" userId="f19c49d76b61e7ed" providerId="LiveId" clId="{02BBC39B-7C6A-418E-80CD-9C0FC6A70999}" dt="2026-08-21T06:50:32.172" v="207" actId="571"/>
          <ac:spMkLst>
            <pc:docMk/>
            <pc:sldMk cId="0" sldId="257"/>
            <ac:spMk id="5" creationId="{997785BA-45D8-88A9-E543-E52FE9A80588}"/>
          </ac:spMkLst>
        </pc:spChg>
      </pc:sldChg>
      <pc:sldChg chg="del">
        <pc:chgData name="Shyam Sundar" userId="f19c49d76b61e7ed" providerId="LiveId" clId="{02BBC39B-7C6A-418E-80CD-9C0FC6A70999}" dt="2026-08-20T14:38:37.022" v="117" actId="47"/>
        <pc:sldMkLst>
          <pc:docMk/>
          <pc:sldMk cId="2556491178" sldId="402"/>
        </pc:sldMkLst>
      </pc:sldChg>
      <pc:sldChg chg="addSp delSp modSp mod">
        <pc:chgData name="Shyam Sundar" userId="f19c49d76b61e7ed" providerId="LiveId" clId="{02BBC39B-7C6A-418E-80CD-9C0FC6A70999}" dt="2026-08-21T11:23:56.415" v="296" actId="14100"/>
        <pc:sldMkLst>
          <pc:docMk/>
          <pc:sldMk cId="3249928119" sldId="414"/>
        </pc:sldMkLst>
        <pc:spChg chg="add mod">
          <ac:chgData name="Shyam Sundar" userId="f19c49d76b61e7ed" providerId="LiveId" clId="{02BBC39B-7C6A-418E-80CD-9C0FC6A70999}" dt="2026-08-21T11:23:37.742" v="293" actId="1076"/>
          <ac:spMkLst>
            <pc:docMk/>
            <pc:sldMk cId="3249928119" sldId="414"/>
            <ac:spMk id="3" creationId="{D2272F4A-1A99-D10D-7652-B100EFECF05F}"/>
          </ac:spMkLst>
        </pc:spChg>
        <pc:spChg chg="mod">
          <ac:chgData name="Shyam Sundar" userId="f19c49d76b61e7ed" providerId="LiveId" clId="{02BBC39B-7C6A-418E-80CD-9C0FC6A70999}" dt="2026-08-21T10:59:40.236" v="221" actId="14100"/>
          <ac:spMkLst>
            <pc:docMk/>
            <pc:sldMk cId="3249928119" sldId="414"/>
            <ac:spMk id="4" creationId="{74F32849-1365-5995-3490-2B2AE84F6CBC}"/>
          </ac:spMkLst>
        </pc:spChg>
        <pc:spChg chg="mod">
          <ac:chgData name="Shyam Sundar" userId="f19c49d76b61e7ed" providerId="LiveId" clId="{02BBC39B-7C6A-418E-80CD-9C0FC6A70999}" dt="2026-08-21T11:23:37.742" v="293" actId="1076"/>
          <ac:spMkLst>
            <pc:docMk/>
            <pc:sldMk cId="3249928119" sldId="414"/>
            <ac:spMk id="5" creationId="{F2BA1A93-D29A-1B8F-71EB-775FB1F13635}"/>
          </ac:spMkLst>
        </pc:spChg>
        <pc:spChg chg="add del">
          <ac:chgData name="Shyam Sundar" userId="f19c49d76b61e7ed" providerId="LiveId" clId="{02BBC39B-7C6A-418E-80CD-9C0FC6A70999}" dt="2026-08-21T11:22:09.319" v="273" actId="478"/>
          <ac:spMkLst>
            <pc:docMk/>
            <pc:sldMk cId="3249928119" sldId="414"/>
            <ac:spMk id="7" creationId="{41719855-E93C-A7DE-09C7-40B86C009EB7}"/>
          </ac:spMkLst>
        </pc:spChg>
        <pc:spChg chg="mod">
          <ac:chgData name="Shyam Sundar" userId="f19c49d76b61e7ed" providerId="LiveId" clId="{02BBC39B-7C6A-418E-80CD-9C0FC6A70999}" dt="2026-08-21T11:03:59.726" v="234" actId="1076"/>
          <ac:spMkLst>
            <pc:docMk/>
            <pc:sldMk cId="3249928119" sldId="414"/>
            <ac:spMk id="9" creationId="{00000000-0000-0000-0000-000000000000}"/>
          </ac:spMkLst>
        </pc:spChg>
        <pc:spChg chg="del mod">
          <ac:chgData name="Shyam Sundar" userId="f19c49d76b61e7ed" providerId="LiveId" clId="{02BBC39B-7C6A-418E-80CD-9C0FC6A70999}" dt="2026-08-21T10:59:59.496" v="228" actId="478"/>
          <ac:spMkLst>
            <pc:docMk/>
            <pc:sldMk cId="3249928119" sldId="414"/>
            <ac:spMk id="30" creationId="{00000000-0000-0000-0000-000000000000}"/>
          </ac:spMkLst>
        </pc:spChg>
        <pc:spChg chg="del">
          <ac:chgData name="Shyam Sundar" userId="f19c49d76b61e7ed" providerId="LiveId" clId="{02BBC39B-7C6A-418E-80CD-9C0FC6A70999}" dt="2026-08-21T10:59:58.384" v="227" actId="478"/>
          <ac:spMkLst>
            <pc:docMk/>
            <pc:sldMk cId="3249928119" sldId="414"/>
            <ac:spMk id="31" creationId="{00000000-0000-0000-0000-000000000000}"/>
          </ac:spMkLst>
        </pc:spChg>
        <pc:spChg chg="del">
          <ac:chgData name="Shyam Sundar" userId="f19c49d76b61e7ed" providerId="LiveId" clId="{02BBC39B-7C6A-418E-80CD-9C0FC6A70999}" dt="2026-08-21T10:59:56.879" v="226" actId="478"/>
          <ac:spMkLst>
            <pc:docMk/>
            <pc:sldMk cId="3249928119" sldId="414"/>
            <ac:spMk id="32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23:46.768" v="294" actId="1076"/>
          <ac:spMkLst>
            <pc:docMk/>
            <pc:sldMk cId="3249928119" sldId="414"/>
            <ac:spMk id="33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23:46.768" v="294" actId="1076"/>
          <ac:spMkLst>
            <pc:docMk/>
            <pc:sldMk cId="3249928119" sldId="414"/>
            <ac:spMk id="34" creationId="{00000000-0000-0000-0000-000000000000}"/>
          </ac:spMkLst>
        </pc:spChg>
        <pc:grpChg chg="mod">
          <ac:chgData name="Shyam Sundar" userId="f19c49d76b61e7ed" providerId="LiveId" clId="{02BBC39B-7C6A-418E-80CD-9C0FC6A70999}" dt="2026-08-21T11:23:56.415" v="296" actId="14100"/>
          <ac:grpSpMkLst>
            <pc:docMk/>
            <pc:sldMk cId="3249928119" sldId="414"/>
            <ac:grpSpMk id="2" creationId="{00000000-0000-0000-0000-000000000000}"/>
          </ac:grpSpMkLst>
        </pc:grpChg>
      </pc:sldChg>
      <pc:sldChg chg="modSp mod">
        <pc:chgData name="Shyam Sundar" userId="f19c49d76b61e7ed" providerId="LiveId" clId="{02BBC39B-7C6A-418E-80CD-9C0FC6A70999}" dt="2026-08-21T11:19:54.564" v="258" actId="14100"/>
        <pc:sldMkLst>
          <pc:docMk/>
          <pc:sldMk cId="3282737110" sldId="415"/>
        </pc:sldMkLst>
        <pc:spChg chg="mod">
          <ac:chgData name="Shyam Sundar" userId="f19c49d76b61e7ed" providerId="LiveId" clId="{02BBC39B-7C6A-418E-80CD-9C0FC6A70999}" dt="2026-08-21T11:04:35.420" v="238" actId="403"/>
          <ac:spMkLst>
            <pc:docMk/>
            <pc:sldMk cId="3282737110" sldId="415"/>
            <ac:spMk id="12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35.420" v="238" actId="403"/>
          <ac:spMkLst>
            <pc:docMk/>
            <pc:sldMk cId="3282737110" sldId="415"/>
            <ac:spMk id="18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23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35.420" v="238" actId="403"/>
          <ac:spMkLst>
            <pc:docMk/>
            <pc:sldMk cId="3282737110" sldId="415"/>
            <ac:spMk id="24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35.420" v="238" actId="403"/>
          <ac:spMkLst>
            <pc:docMk/>
            <pc:sldMk cId="3282737110" sldId="415"/>
            <ac:spMk id="30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34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35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35.420" v="238" actId="403"/>
          <ac:spMkLst>
            <pc:docMk/>
            <pc:sldMk cId="3282737110" sldId="415"/>
            <ac:spMk id="37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45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6.067" v="253" actId="14100"/>
          <ac:spMkLst>
            <pc:docMk/>
            <pc:sldMk cId="3282737110" sldId="415"/>
            <ac:spMk id="47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1.496" v="252" actId="255"/>
          <ac:spMkLst>
            <pc:docMk/>
            <pc:sldMk cId="3282737110" sldId="415"/>
            <ac:spMk id="48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8.552" v="254" actId="14100"/>
          <ac:spMkLst>
            <pc:docMk/>
            <pc:sldMk cId="3282737110" sldId="415"/>
            <ac:spMk id="53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1.496" v="252" actId="255"/>
          <ac:spMkLst>
            <pc:docMk/>
            <pc:sldMk cId="3282737110" sldId="415"/>
            <ac:spMk id="54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41.665" v="255" actId="14100"/>
          <ac:spMkLst>
            <pc:docMk/>
            <pc:sldMk cId="3282737110" sldId="415"/>
            <ac:spMk id="59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1.496" v="252" actId="255"/>
          <ac:spMkLst>
            <pc:docMk/>
            <pc:sldMk cId="3282737110" sldId="415"/>
            <ac:spMk id="60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62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04:49.957" v="239" actId="1076"/>
          <ac:spMkLst>
            <pc:docMk/>
            <pc:sldMk cId="3282737110" sldId="415"/>
            <ac:spMk id="63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44.922" v="256" actId="14100"/>
          <ac:spMkLst>
            <pc:docMk/>
            <pc:sldMk cId="3282737110" sldId="415"/>
            <ac:spMk id="65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1.496" v="252" actId="255"/>
          <ac:spMkLst>
            <pc:docMk/>
            <pc:sldMk cId="3282737110" sldId="415"/>
            <ac:spMk id="66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51.421" v="257" actId="14100"/>
          <ac:spMkLst>
            <pc:docMk/>
            <pc:sldMk cId="3282737110" sldId="415"/>
            <ac:spMk id="71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31.496" v="252" actId="255"/>
          <ac:spMkLst>
            <pc:docMk/>
            <pc:sldMk cId="3282737110" sldId="415"/>
            <ac:spMk id="72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54.564" v="258" actId="14100"/>
          <ac:spMkLst>
            <pc:docMk/>
            <pc:sldMk cId="3282737110" sldId="415"/>
            <ac:spMk id="77" creationId="{00000000-0000-0000-0000-000000000000}"/>
          </ac:spMkLst>
        </pc:spChg>
        <pc:spChg chg="mod">
          <ac:chgData name="Shyam Sundar" userId="f19c49d76b61e7ed" providerId="LiveId" clId="{02BBC39B-7C6A-418E-80CD-9C0FC6A70999}" dt="2026-08-21T11:19:12.725" v="249" actId="1076"/>
          <ac:spMkLst>
            <pc:docMk/>
            <pc:sldMk cId="3282737110" sldId="415"/>
            <ac:spMk id="78" creationId="{00000000-0000-0000-0000-000000000000}"/>
          </ac:spMkLst>
        </pc:spChg>
      </pc:sldChg>
      <pc:sldChg chg="modSp mod">
        <pc:chgData name="Shyam Sundar" userId="f19c49d76b61e7ed" providerId="LiveId" clId="{02BBC39B-7C6A-418E-80CD-9C0FC6A70999}" dt="2026-08-20T12:56:22.466" v="51" actId="113"/>
        <pc:sldMkLst>
          <pc:docMk/>
          <pc:sldMk cId="24601467" sldId="416"/>
        </pc:sldMkLst>
        <pc:spChg chg="mod">
          <ac:chgData name="Shyam Sundar" userId="f19c49d76b61e7ed" providerId="LiveId" clId="{02BBC39B-7C6A-418E-80CD-9C0FC6A70999}" dt="2026-08-20T12:56:22.466" v="51" actId="113"/>
          <ac:spMkLst>
            <pc:docMk/>
            <pc:sldMk cId="24601467" sldId="416"/>
            <ac:spMk id="13" creationId="{F5DD5AA4-F2CF-6279-7C9C-399CF31B0B9A}"/>
          </ac:spMkLst>
        </pc:spChg>
      </pc:sldChg>
      <pc:sldChg chg="modSp mod">
        <pc:chgData name="Shyam Sundar" userId="f19c49d76b61e7ed" providerId="LiveId" clId="{02BBC39B-7C6A-418E-80CD-9C0FC6A70999}" dt="2026-08-20T15:03:31.689" v="199" actId="20577"/>
        <pc:sldMkLst>
          <pc:docMk/>
          <pc:sldMk cId="2804137646" sldId="417"/>
        </pc:sldMkLst>
        <pc:spChg chg="mod">
          <ac:chgData name="Shyam Sundar" userId="f19c49d76b61e7ed" providerId="LiveId" clId="{02BBC39B-7C6A-418E-80CD-9C0FC6A70999}" dt="2026-08-20T15:03:31.689" v="199" actId="20577"/>
          <ac:spMkLst>
            <pc:docMk/>
            <pc:sldMk cId="2804137646" sldId="417"/>
            <ac:spMk id="9" creationId="{3809A215-3429-CD51-A047-5C0E33D32F9B}"/>
          </ac:spMkLst>
        </pc:spChg>
        <pc:graphicFrameChg chg="modGraphic">
          <ac:chgData name="Shyam Sundar" userId="f19c49d76b61e7ed" providerId="LiveId" clId="{02BBC39B-7C6A-418E-80CD-9C0FC6A70999}" dt="2026-08-20T12:57:41.198" v="53" actId="14734"/>
          <ac:graphicFrameMkLst>
            <pc:docMk/>
            <pc:sldMk cId="2804137646" sldId="417"/>
            <ac:graphicFrameMk id="4" creationId="{9473602D-F392-E64C-66C1-CBAD9BE19101}"/>
          </ac:graphicFrameMkLst>
        </pc:graphicFrameChg>
      </pc:sldChg>
      <pc:sldChg chg="modSp mod">
        <pc:chgData name="Shyam Sundar" userId="f19c49d76b61e7ed" providerId="LiveId" clId="{02BBC39B-7C6A-418E-80CD-9C0FC6A70999}" dt="2026-08-20T14:54:53.044" v="196" actId="20577"/>
        <pc:sldMkLst>
          <pc:docMk/>
          <pc:sldMk cId="3726144123" sldId="419"/>
        </pc:sldMkLst>
        <pc:spChg chg="mod">
          <ac:chgData name="Shyam Sundar" userId="f19c49d76b61e7ed" providerId="LiveId" clId="{02BBC39B-7C6A-418E-80CD-9C0FC6A70999}" dt="2026-08-20T14:54:07.720" v="191" actId="6549"/>
          <ac:spMkLst>
            <pc:docMk/>
            <pc:sldMk cId="3726144123" sldId="419"/>
            <ac:spMk id="13" creationId="{E0D955DE-80DD-D45D-3C74-B90CD7548540}"/>
          </ac:spMkLst>
        </pc:spChg>
        <pc:spChg chg="mod">
          <ac:chgData name="Shyam Sundar" userId="f19c49d76b61e7ed" providerId="LiveId" clId="{02BBC39B-7C6A-418E-80CD-9C0FC6A70999}" dt="2026-08-20T14:52:26.913" v="122" actId="313"/>
          <ac:spMkLst>
            <pc:docMk/>
            <pc:sldMk cId="3726144123" sldId="419"/>
            <ac:spMk id="19" creationId="{3BDCCFA6-71FF-5D72-FD56-BB0748CF2E48}"/>
          </ac:spMkLst>
        </pc:spChg>
        <pc:spChg chg="mod">
          <ac:chgData name="Shyam Sundar" userId="f19c49d76b61e7ed" providerId="LiveId" clId="{02BBC39B-7C6A-418E-80CD-9C0FC6A70999}" dt="2026-08-20T14:54:53.044" v="196" actId="20577"/>
          <ac:spMkLst>
            <pc:docMk/>
            <pc:sldMk cId="3726144123" sldId="419"/>
            <ac:spMk id="25" creationId="{7704F08D-AA43-D57D-BC25-3784557FD405}"/>
          </ac:spMkLst>
        </pc:spChg>
      </pc:sldChg>
      <pc:sldChg chg="modSp mod">
        <pc:chgData name="Shyam Sundar" userId="f19c49d76b61e7ed" providerId="LiveId" clId="{02BBC39B-7C6A-418E-80CD-9C0FC6A70999}" dt="2026-08-20T14:38:18.210" v="116" actId="20577"/>
        <pc:sldMkLst>
          <pc:docMk/>
          <pc:sldMk cId="3059726982" sldId="421"/>
        </pc:sldMkLst>
        <pc:spChg chg="mod">
          <ac:chgData name="Shyam Sundar" userId="f19c49d76b61e7ed" providerId="LiveId" clId="{02BBC39B-7C6A-418E-80CD-9C0FC6A70999}" dt="2026-08-20T14:38:18.210" v="116" actId="20577"/>
          <ac:spMkLst>
            <pc:docMk/>
            <pc:sldMk cId="3059726982" sldId="421"/>
            <ac:spMk id="10" creationId="{3FAA8C28-0B24-227D-CC73-3E63AF2EEE9F}"/>
          </ac:spMkLst>
        </pc:spChg>
        <pc:graphicFrameChg chg="modGraphic">
          <ac:chgData name="Shyam Sundar" userId="f19c49d76b61e7ed" providerId="LiveId" clId="{02BBC39B-7C6A-418E-80CD-9C0FC6A70999}" dt="2026-08-20T14:08:40.766" v="57" actId="20577"/>
          <ac:graphicFrameMkLst>
            <pc:docMk/>
            <pc:sldMk cId="3059726982" sldId="421"/>
            <ac:graphicFrameMk id="3" creationId="{A2B0803A-A6DD-A3E9-5E7C-819F8EE014BE}"/>
          </ac:graphicFrameMkLst>
        </pc:graphicFrameChg>
      </pc:sldChg>
      <pc:sldChg chg="modSp mod">
        <pc:chgData name="Shyam Sundar" userId="f19c49d76b61e7ed" providerId="LiveId" clId="{02BBC39B-7C6A-418E-80CD-9C0FC6A70999}" dt="2026-08-21T10:54:18.284" v="218" actId="1076"/>
        <pc:sldMkLst>
          <pc:docMk/>
          <pc:sldMk cId="860557267" sldId="422"/>
        </pc:sldMkLst>
        <pc:spChg chg="mod">
          <ac:chgData name="Shyam Sundar" userId="f19c49d76b61e7ed" providerId="LiveId" clId="{02BBC39B-7C6A-418E-80CD-9C0FC6A70999}" dt="2026-08-20T14:55:30.492" v="197" actId="20577"/>
          <ac:spMkLst>
            <pc:docMk/>
            <pc:sldMk cId="860557267" sldId="422"/>
            <ac:spMk id="4" creationId="{499D8872-D466-05D6-75FD-FEDF2146CB4C}"/>
          </ac:spMkLst>
        </pc:spChg>
        <pc:spChg chg="mod">
          <ac:chgData name="Shyam Sundar" userId="f19c49d76b61e7ed" providerId="LiveId" clId="{02BBC39B-7C6A-418E-80CD-9C0FC6A70999}" dt="2026-08-21T10:54:06.524" v="217" actId="1076"/>
          <ac:spMkLst>
            <pc:docMk/>
            <pc:sldMk cId="860557267" sldId="422"/>
            <ac:spMk id="9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10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14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16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17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18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20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22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24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25" creationId="{00000000-0000-0000-0000-000000000000}"/>
          </ac:spMkLst>
        </pc:spChg>
        <pc:spChg chg="mod">
          <ac:chgData name="Shyam Sundar" userId="f19c49d76b61e7ed" providerId="LiveId" clId="{02BBC39B-7C6A-418E-80CD-9C0FC6A70999}" dt="2026-08-21T10:54:18.284" v="218" actId="1076"/>
          <ac:spMkLst>
            <pc:docMk/>
            <pc:sldMk cId="860557267" sldId="422"/>
            <ac:spMk id="26" creationId="{00000000-0000-0000-0000-000000000000}"/>
          </ac:spMkLst>
        </pc:spChg>
      </pc:sldChg>
      <pc:sldChg chg="modSp mod">
        <pc:chgData name="Shyam Sundar" userId="f19c49d76b61e7ed" providerId="LiveId" clId="{02BBC39B-7C6A-418E-80CD-9C0FC6A70999}" dt="2026-08-20T09:32:05.677" v="0" actId="14100"/>
        <pc:sldMkLst>
          <pc:docMk/>
          <pc:sldMk cId="3812950085" sldId="427"/>
        </pc:sldMkLst>
        <pc:picChg chg="mod">
          <ac:chgData name="Shyam Sundar" userId="f19c49d76b61e7ed" providerId="LiveId" clId="{02BBC39B-7C6A-418E-80CD-9C0FC6A70999}" dt="2026-08-20T09:32:05.677" v="0" actId="14100"/>
          <ac:picMkLst>
            <pc:docMk/>
            <pc:sldMk cId="3812950085" sldId="427"/>
            <ac:picMk id="18" creationId="{00000000-0000-0000-0000-000000000000}"/>
          </ac:picMkLst>
        </pc:picChg>
      </pc:sldChg>
      <pc:sldChg chg="addSp modSp del mod">
        <pc:chgData name="Shyam Sundar" userId="f19c49d76b61e7ed" providerId="LiveId" clId="{02BBC39B-7C6A-418E-80CD-9C0FC6A70999}" dt="2026-08-20T18:10:10.255" v="204" actId="47"/>
        <pc:sldMkLst>
          <pc:docMk/>
          <pc:sldMk cId="1426039479" sldId="434"/>
        </pc:sldMkLst>
        <pc:spChg chg="add mod">
          <ac:chgData name="Shyam Sundar" userId="f19c49d76b61e7ed" providerId="LiveId" clId="{02BBC39B-7C6A-418E-80CD-9C0FC6A70999}" dt="2026-08-20T12:43:55.666" v="50" actId="20577"/>
          <ac:spMkLst>
            <pc:docMk/>
            <pc:sldMk cId="1426039479" sldId="434"/>
            <ac:spMk id="2" creationId="{6B41241F-F8C1-441D-2A99-15107537B76E}"/>
          </ac:spMkLst>
        </pc:spChg>
      </pc:sldChg>
      <pc:sldMasterChg chg="delSldLayout">
        <pc:chgData name="Shyam Sundar" userId="f19c49d76b61e7ed" providerId="LiveId" clId="{02BBC39B-7C6A-418E-80CD-9C0FC6A70999}" dt="2026-08-20T14:38:37.022" v="117" actId="47"/>
        <pc:sldMasterMkLst>
          <pc:docMk/>
          <pc:sldMasterMk cId="0" sldId="2147483648"/>
        </pc:sldMasterMkLst>
        <pc:sldLayoutChg chg="del">
          <pc:chgData name="Shyam Sundar" userId="f19c49d76b61e7ed" providerId="LiveId" clId="{02BBC39B-7C6A-418E-80CD-9C0FC6A70999}" dt="2026-08-20T14:38:37.022" v="117" actId="47"/>
          <pc:sldLayoutMkLst>
            <pc:docMk/>
            <pc:sldMasterMk cId="0" sldId="2147483648"/>
            <pc:sldLayoutMk cId="2285171946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1C4AD-7134-4283-BA81-E2C2C63AE998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9B76-CDA5-4E30-8890-4B1448E78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5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81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97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</p:spTree>
    <p:extLst>
      <p:ext uri="{BB962C8B-B14F-4D97-AF65-F5344CB8AC3E}">
        <p14:creationId xmlns:p14="http://schemas.microsoft.com/office/powerpoint/2010/main" val="42225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C28C16-704E-E434-17FB-7E040C454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64287" y="1447800"/>
            <a:ext cx="4270513" cy="43275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4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5257800" y="1828800"/>
            <a:ext cx="6815847" cy="3941792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6959" y="1999272"/>
            <a:ext cx="5256127" cy="33011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30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76200" y="2058853"/>
            <a:ext cx="6445329" cy="3727511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803" y="2228110"/>
            <a:ext cx="4970397" cy="31216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40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BCB2BBDE-7AA3-3DC1-2E98-F3CE20D0DDD8}"/>
              </a:ext>
            </a:extLst>
          </p:cNvPr>
          <p:cNvSpPr/>
          <p:nvPr/>
        </p:nvSpPr>
        <p:spPr>
          <a:xfrm>
            <a:off x="6768275" y="0"/>
            <a:ext cx="5423725" cy="5881237"/>
          </a:xfrm>
          <a:prstGeom prst="rect">
            <a:avLst/>
          </a:prstGeom>
          <a:solidFill>
            <a:srgbClr val="4A4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630077"/>
            <a:ext cx="4964805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25A1069-B365-4792-E362-1577EB6B634D}"/>
              </a:ext>
            </a:extLst>
          </p:cNvPr>
          <p:cNvCxnSpPr>
            <a:cxnSpLocks/>
          </p:cNvCxnSpPr>
          <p:nvPr/>
        </p:nvCxnSpPr>
        <p:spPr>
          <a:xfrm>
            <a:off x="6796412" y="3561245"/>
            <a:ext cx="1" cy="964155"/>
          </a:xfrm>
          <a:prstGeom prst="line">
            <a:avLst/>
          </a:prstGeom>
          <a:ln w="57150">
            <a:solidFill>
              <a:srgbClr val="F28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aphic 10">
            <a:extLst>
              <a:ext uri="{FF2B5EF4-FFF2-40B4-BE49-F238E27FC236}">
                <a16:creationId xmlns:a16="http://schemas.microsoft.com/office/drawing/2014/main" id="{2A97B4D9-1DBE-43BF-4A6D-774EDB57B6BA}"/>
              </a:ext>
            </a:extLst>
          </p:cNvPr>
          <p:cNvGrpSpPr/>
          <p:nvPr userDrawn="1"/>
        </p:nvGrpSpPr>
        <p:grpSpPr>
          <a:xfrm>
            <a:off x="9672654" y="258446"/>
            <a:ext cx="2259629" cy="628716"/>
            <a:chOff x="9177655" y="258445"/>
            <a:chExt cx="2754629" cy="766444"/>
          </a:xfrm>
          <a:solidFill>
            <a:schemeClr val="bg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460D4D7-B923-833C-0F80-98B53BAE8A22}"/>
                </a:ext>
              </a:extLst>
            </p:cNvPr>
            <p:cNvSpPr/>
            <p:nvPr/>
          </p:nvSpPr>
          <p:spPr>
            <a:xfrm>
              <a:off x="11052175" y="915669"/>
              <a:ext cx="870584" cy="109219"/>
            </a:xfrm>
            <a:custGeom>
              <a:avLst/>
              <a:gdLst>
                <a:gd name="connsiteX0" fmla="*/ 526415 w 870584"/>
                <a:gd name="connsiteY0" fmla="*/ 77470 h 109219"/>
                <a:gd name="connsiteX1" fmla="*/ 519430 w 870584"/>
                <a:gd name="connsiteY1" fmla="*/ 85090 h 109219"/>
                <a:gd name="connsiteX2" fmla="*/ 509270 w 870584"/>
                <a:gd name="connsiteY2" fmla="*/ 87630 h 109219"/>
                <a:gd name="connsiteX3" fmla="*/ 494030 w 870584"/>
                <a:gd name="connsiteY3" fmla="*/ 81280 h 109219"/>
                <a:gd name="connsiteX4" fmla="*/ 488315 w 870584"/>
                <a:gd name="connsiteY4" fmla="*/ 61595 h 109219"/>
                <a:gd name="connsiteX5" fmla="*/ 488315 w 870584"/>
                <a:gd name="connsiteY5" fmla="*/ 34925 h 109219"/>
                <a:gd name="connsiteX6" fmla="*/ 481330 w 870584"/>
                <a:gd name="connsiteY6" fmla="*/ 33655 h 109219"/>
                <a:gd name="connsiteX7" fmla="*/ 481330 w 870584"/>
                <a:gd name="connsiteY7" fmla="*/ 26670 h 109219"/>
                <a:gd name="connsiteX8" fmla="*/ 488315 w 870584"/>
                <a:gd name="connsiteY8" fmla="*/ 26670 h 109219"/>
                <a:gd name="connsiteX9" fmla="*/ 499110 w 870584"/>
                <a:gd name="connsiteY9" fmla="*/ 26670 h 109219"/>
                <a:gd name="connsiteX10" fmla="*/ 499110 w 870584"/>
                <a:gd name="connsiteY10" fmla="*/ 61595 h 109219"/>
                <a:gd name="connsiteX11" fmla="*/ 501650 w 870584"/>
                <a:gd name="connsiteY11" fmla="*/ 74930 h 109219"/>
                <a:gd name="connsiteX12" fmla="*/ 510540 w 870584"/>
                <a:gd name="connsiteY12" fmla="*/ 78740 h 109219"/>
                <a:gd name="connsiteX13" fmla="*/ 520065 w 870584"/>
                <a:gd name="connsiteY13" fmla="*/ 76200 h 109219"/>
                <a:gd name="connsiteX14" fmla="*/ 525780 w 870584"/>
                <a:gd name="connsiteY14" fmla="*/ 69850 h 109219"/>
                <a:gd name="connsiteX15" fmla="*/ 525780 w 870584"/>
                <a:gd name="connsiteY15" fmla="*/ 35560 h 109219"/>
                <a:gd name="connsiteX16" fmla="*/ 517525 w 870584"/>
                <a:gd name="connsiteY16" fmla="*/ 34290 h 109219"/>
                <a:gd name="connsiteX17" fmla="*/ 517525 w 870584"/>
                <a:gd name="connsiteY17" fmla="*/ 27305 h 109219"/>
                <a:gd name="connsiteX18" fmla="*/ 525780 w 870584"/>
                <a:gd name="connsiteY18" fmla="*/ 27305 h 109219"/>
                <a:gd name="connsiteX19" fmla="*/ 536575 w 870584"/>
                <a:gd name="connsiteY19" fmla="*/ 27305 h 109219"/>
                <a:gd name="connsiteX20" fmla="*/ 536575 w 870584"/>
                <a:gd name="connsiteY20" fmla="*/ 78105 h 109219"/>
                <a:gd name="connsiteX21" fmla="*/ 543560 w 870584"/>
                <a:gd name="connsiteY21" fmla="*/ 79375 h 109219"/>
                <a:gd name="connsiteX22" fmla="*/ 543560 w 870584"/>
                <a:gd name="connsiteY22" fmla="*/ 86360 h 109219"/>
                <a:gd name="connsiteX23" fmla="*/ 527050 w 870584"/>
                <a:gd name="connsiteY23" fmla="*/ 86360 h 109219"/>
                <a:gd name="connsiteX24" fmla="*/ 526415 w 870584"/>
                <a:gd name="connsiteY24" fmla="*/ 77470 h 109219"/>
                <a:gd name="connsiteX25" fmla="*/ 436880 w 870584"/>
                <a:gd name="connsiteY25" fmla="*/ 33655 h 109219"/>
                <a:gd name="connsiteX26" fmla="*/ 436880 w 870584"/>
                <a:gd name="connsiteY26" fmla="*/ 26670 h 109219"/>
                <a:gd name="connsiteX27" fmla="*/ 455295 w 870584"/>
                <a:gd name="connsiteY27" fmla="*/ 26670 h 109219"/>
                <a:gd name="connsiteX28" fmla="*/ 456565 w 870584"/>
                <a:gd name="connsiteY28" fmla="*/ 35560 h 109219"/>
                <a:gd name="connsiteX29" fmla="*/ 462915 w 870584"/>
                <a:gd name="connsiteY29" fmla="*/ 28575 h 109219"/>
                <a:gd name="connsiteX30" fmla="*/ 471170 w 870584"/>
                <a:gd name="connsiteY30" fmla="*/ 26035 h 109219"/>
                <a:gd name="connsiteX31" fmla="*/ 473710 w 870584"/>
                <a:gd name="connsiteY31" fmla="*/ 26035 h 109219"/>
                <a:gd name="connsiteX32" fmla="*/ 475615 w 870584"/>
                <a:gd name="connsiteY32" fmla="*/ 26670 h 109219"/>
                <a:gd name="connsiteX33" fmla="*/ 474345 w 870584"/>
                <a:gd name="connsiteY33" fmla="*/ 36830 h 109219"/>
                <a:gd name="connsiteX34" fmla="*/ 467995 w 870584"/>
                <a:gd name="connsiteY34" fmla="*/ 36195 h 109219"/>
                <a:gd name="connsiteX35" fmla="*/ 461010 w 870584"/>
                <a:gd name="connsiteY35" fmla="*/ 38100 h 109219"/>
                <a:gd name="connsiteX36" fmla="*/ 456565 w 870584"/>
                <a:gd name="connsiteY36" fmla="*/ 43815 h 109219"/>
                <a:gd name="connsiteX37" fmla="*/ 456565 w 870584"/>
                <a:gd name="connsiteY37" fmla="*/ 78105 h 109219"/>
                <a:gd name="connsiteX38" fmla="*/ 465455 w 870584"/>
                <a:gd name="connsiteY38" fmla="*/ 79375 h 109219"/>
                <a:gd name="connsiteX39" fmla="*/ 465455 w 870584"/>
                <a:gd name="connsiteY39" fmla="*/ 86360 h 109219"/>
                <a:gd name="connsiteX40" fmla="*/ 436880 w 870584"/>
                <a:gd name="connsiteY40" fmla="*/ 86360 h 109219"/>
                <a:gd name="connsiteX41" fmla="*/ 436880 w 870584"/>
                <a:gd name="connsiteY41" fmla="*/ 79375 h 109219"/>
                <a:gd name="connsiteX42" fmla="*/ 445770 w 870584"/>
                <a:gd name="connsiteY42" fmla="*/ 78105 h 109219"/>
                <a:gd name="connsiteX43" fmla="*/ 445770 w 870584"/>
                <a:gd name="connsiteY43" fmla="*/ 35560 h 109219"/>
                <a:gd name="connsiteX44" fmla="*/ 436880 w 870584"/>
                <a:gd name="connsiteY44" fmla="*/ 33655 h 109219"/>
                <a:gd name="connsiteX45" fmla="*/ 411480 w 870584"/>
                <a:gd name="connsiteY45" fmla="*/ 77470 h 109219"/>
                <a:gd name="connsiteX46" fmla="*/ 404495 w 870584"/>
                <a:gd name="connsiteY46" fmla="*/ 85090 h 109219"/>
                <a:gd name="connsiteX47" fmla="*/ 394335 w 870584"/>
                <a:gd name="connsiteY47" fmla="*/ 87630 h 109219"/>
                <a:gd name="connsiteX48" fmla="*/ 379095 w 870584"/>
                <a:gd name="connsiteY48" fmla="*/ 81280 h 109219"/>
                <a:gd name="connsiteX49" fmla="*/ 373380 w 870584"/>
                <a:gd name="connsiteY49" fmla="*/ 61595 h 109219"/>
                <a:gd name="connsiteX50" fmla="*/ 373380 w 870584"/>
                <a:gd name="connsiteY50" fmla="*/ 34925 h 109219"/>
                <a:gd name="connsiteX51" fmla="*/ 366395 w 870584"/>
                <a:gd name="connsiteY51" fmla="*/ 33655 h 109219"/>
                <a:gd name="connsiteX52" fmla="*/ 366395 w 870584"/>
                <a:gd name="connsiteY52" fmla="*/ 26670 h 109219"/>
                <a:gd name="connsiteX53" fmla="*/ 373380 w 870584"/>
                <a:gd name="connsiteY53" fmla="*/ 26670 h 109219"/>
                <a:gd name="connsiteX54" fmla="*/ 384175 w 870584"/>
                <a:gd name="connsiteY54" fmla="*/ 26670 h 109219"/>
                <a:gd name="connsiteX55" fmla="*/ 384175 w 870584"/>
                <a:gd name="connsiteY55" fmla="*/ 61595 h 109219"/>
                <a:gd name="connsiteX56" fmla="*/ 386715 w 870584"/>
                <a:gd name="connsiteY56" fmla="*/ 74930 h 109219"/>
                <a:gd name="connsiteX57" fmla="*/ 395605 w 870584"/>
                <a:gd name="connsiteY57" fmla="*/ 78740 h 109219"/>
                <a:gd name="connsiteX58" fmla="*/ 405130 w 870584"/>
                <a:gd name="connsiteY58" fmla="*/ 76200 h 109219"/>
                <a:gd name="connsiteX59" fmla="*/ 410845 w 870584"/>
                <a:gd name="connsiteY59" fmla="*/ 69850 h 109219"/>
                <a:gd name="connsiteX60" fmla="*/ 410845 w 870584"/>
                <a:gd name="connsiteY60" fmla="*/ 35560 h 109219"/>
                <a:gd name="connsiteX61" fmla="*/ 402590 w 870584"/>
                <a:gd name="connsiteY61" fmla="*/ 34290 h 109219"/>
                <a:gd name="connsiteX62" fmla="*/ 402590 w 870584"/>
                <a:gd name="connsiteY62" fmla="*/ 27305 h 109219"/>
                <a:gd name="connsiteX63" fmla="*/ 410845 w 870584"/>
                <a:gd name="connsiteY63" fmla="*/ 27305 h 109219"/>
                <a:gd name="connsiteX64" fmla="*/ 421640 w 870584"/>
                <a:gd name="connsiteY64" fmla="*/ 27305 h 109219"/>
                <a:gd name="connsiteX65" fmla="*/ 421640 w 870584"/>
                <a:gd name="connsiteY65" fmla="*/ 78105 h 109219"/>
                <a:gd name="connsiteX66" fmla="*/ 428625 w 870584"/>
                <a:gd name="connsiteY66" fmla="*/ 79375 h 109219"/>
                <a:gd name="connsiteX67" fmla="*/ 428625 w 870584"/>
                <a:gd name="connsiteY67" fmla="*/ 86360 h 109219"/>
                <a:gd name="connsiteX68" fmla="*/ 412115 w 870584"/>
                <a:gd name="connsiteY68" fmla="*/ 86360 h 109219"/>
                <a:gd name="connsiteX69" fmla="*/ 411480 w 870584"/>
                <a:gd name="connsiteY69" fmla="*/ 77470 h 109219"/>
                <a:gd name="connsiteX70" fmla="*/ 331470 w 870584"/>
                <a:gd name="connsiteY70" fmla="*/ 6985 h 109219"/>
                <a:gd name="connsiteX71" fmla="*/ 331470 w 870584"/>
                <a:gd name="connsiteY71" fmla="*/ 0 h 109219"/>
                <a:gd name="connsiteX72" fmla="*/ 351155 w 870584"/>
                <a:gd name="connsiteY72" fmla="*/ 0 h 109219"/>
                <a:gd name="connsiteX73" fmla="*/ 351155 w 870584"/>
                <a:gd name="connsiteY73" fmla="*/ 77470 h 109219"/>
                <a:gd name="connsiteX74" fmla="*/ 360045 w 870584"/>
                <a:gd name="connsiteY74" fmla="*/ 78740 h 109219"/>
                <a:gd name="connsiteX75" fmla="*/ 360045 w 870584"/>
                <a:gd name="connsiteY75" fmla="*/ 85725 h 109219"/>
                <a:gd name="connsiteX76" fmla="*/ 331470 w 870584"/>
                <a:gd name="connsiteY76" fmla="*/ 85725 h 109219"/>
                <a:gd name="connsiteX77" fmla="*/ 331470 w 870584"/>
                <a:gd name="connsiteY77" fmla="*/ 78740 h 109219"/>
                <a:gd name="connsiteX78" fmla="*/ 340360 w 870584"/>
                <a:gd name="connsiteY78" fmla="*/ 77470 h 109219"/>
                <a:gd name="connsiteX79" fmla="*/ 340360 w 870584"/>
                <a:gd name="connsiteY79" fmla="*/ 8890 h 109219"/>
                <a:gd name="connsiteX80" fmla="*/ 331470 w 870584"/>
                <a:gd name="connsiteY80" fmla="*/ 6985 h 109219"/>
                <a:gd name="connsiteX81" fmla="*/ 292735 w 870584"/>
                <a:gd name="connsiteY81" fmla="*/ 78105 h 109219"/>
                <a:gd name="connsiteX82" fmla="*/ 302895 w 870584"/>
                <a:gd name="connsiteY82" fmla="*/ 75565 h 109219"/>
                <a:gd name="connsiteX83" fmla="*/ 309245 w 870584"/>
                <a:gd name="connsiteY83" fmla="*/ 69215 h 109219"/>
                <a:gd name="connsiteX84" fmla="*/ 309245 w 870584"/>
                <a:gd name="connsiteY84" fmla="*/ 59690 h 109219"/>
                <a:gd name="connsiteX85" fmla="*/ 297815 w 870584"/>
                <a:gd name="connsiteY85" fmla="*/ 59690 h 109219"/>
                <a:gd name="connsiteX86" fmla="*/ 287020 w 870584"/>
                <a:gd name="connsiteY86" fmla="*/ 62865 h 109219"/>
                <a:gd name="connsiteX87" fmla="*/ 283210 w 870584"/>
                <a:gd name="connsiteY87" fmla="*/ 70485 h 109219"/>
                <a:gd name="connsiteX88" fmla="*/ 285750 w 870584"/>
                <a:gd name="connsiteY88" fmla="*/ 76200 h 109219"/>
                <a:gd name="connsiteX89" fmla="*/ 292735 w 870584"/>
                <a:gd name="connsiteY89" fmla="*/ 78105 h 109219"/>
                <a:gd name="connsiteX90" fmla="*/ 309880 w 870584"/>
                <a:gd name="connsiteY90" fmla="*/ 85725 h 109219"/>
                <a:gd name="connsiteX91" fmla="*/ 309245 w 870584"/>
                <a:gd name="connsiteY91" fmla="*/ 81280 h 109219"/>
                <a:gd name="connsiteX92" fmla="*/ 308610 w 870584"/>
                <a:gd name="connsiteY92" fmla="*/ 77470 h 109219"/>
                <a:gd name="connsiteX93" fmla="*/ 300990 w 870584"/>
                <a:gd name="connsiteY93" fmla="*/ 84455 h 109219"/>
                <a:gd name="connsiteX94" fmla="*/ 290830 w 870584"/>
                <a:gd name="connsiteY94" fmla="*/ 86995 h 109219"/>
                <a:gd name="connsiteX95" fmla="*/ 276860 w 870584"/>
                <a:gd name="connsiteY95" fmla="*/ 82550 h 109219"/>
                <a:gd name="connsiteX96" fmla="*/ 271780 w 870584"/>
                <a:gd name="connsiteY96" fmla="*/ 69850 h 109219"/>
                <a:gd name="connsiteX97" fmla="*/ 278765 w 870584"/>
                <a:gd name="connsiteY97" fmla="*/ 56515 h 109219"/>
                <a:gd name="connsiteX98" fmla="*/ 297815 w 870584"/>
                <a:gd name="connsiteY98" fmla="*/ 52070 h 109219"/>
                <a:gd name="connsiteX99" fmla="*/ 309245 w 870584"/>
                <a:gd name="connsiteY99" fmla="*/ 52070 h 109219"/>
                <a:gd name="connsiteX100" fmla="*/ 309245 w 870584"/>
                <a:gd name="connsiteY100" fmla="*/ 45085 h 109219"/>
                <a:gd name="connsiteX101" fmla="*/ 306070 w 870584"/>
                <a:gd name="connsiteY101" fmla="*/ 36830 h 109219"/>
                <a:gd name="connsiteX102" fmla="*/ 297180 w 870584"/>
                <a:gd name="connsiteY102" fmla="*/ 33655 h 109219"/>
                <a:gd name="connsiteX103" fmla="*/ 290195 w 870584"/>
                <a:gd name="connsiteY103" fmla="*/ 34925 h 109219"/>
                <a:gd name="connsiteX104" fmla="*/ 285115 w 870584"/>
                <a:gd name="connsiteY104" fmla="*/ 38100 h 109219"/>
                <a:gd name="connsiteX105" fmla="*/ 283845 w 870584"/>
                <a:gd name="connsiteY105" fmla="*/ 44450 h 109219"/>
                <a:gd name="connsiteX106" fmla="*/ 275590 w 870584"/>
                <a:gd name="connsiteY106" fmla="*/ 44450 h 109219"/>
                <a:gd name="connsiteX107" fmla="*/ 275590 w 870584"/>
                <a:gd name="connsiteY107" fmla="*/ 33020 h 109219"/>
                <a:gd name="connsiteX108" fmla="*/ 285750 w 870584"/>
                <a:gd name="connsiteY108" fmla="*/ 27940 h 109219"/>
                <a:gd name="connsiteX109" fmla="*/ 298450 w 870584"/>
                <a:gd name="connsiteY109" fmla="*/ 26035 h 109219"/>
                <a:gd name="connsiteX110" fmla="*/ 314960 w 870584"/>
                <a:gd name="connsiteY110" fmla="*/ 31115 h 109219"/>
                <a:gd name="connsiteX111" fmla="*/ 321310 w 870584"/>
                <a:gd name="connsiteY111" fmla="*/ 45720 h 109219"/>
                <a:gd name="connsiteX112" fmla="*/ 321310 w 870584"/>
                <a:gd name="connsiteY112" fmla="*/ 74295 h 109219"/>
                <a:gd name="connsiteX113" fmla="*/ 321310 w 870584"/>
                <a:gd name="connsiteY113" fmla="*/ 76835 h 109219"/>
                <a:gd name="connsiteX114" fmla="*/ 321310 w 870584"/>
                <a:gd name="connsiteY114" fmla="*/ 78740 h 109219"/>
                <a:gd name="connsiteX115" fmla="*/ 325755 w 870584"/>
                <a:gd name="connsiteY115" fmla="*/ 79375 h 109219"/>
                <a:gd name="connsiteX116" fmla="*/ 325755 w 870584"/>
                <a:gd name="connsiteY116" fmla="*/ 86360 h 109219"/>
                <a:gd name="connsiteX117" fmla="*/ 309880 w 870584"/>
                <a:gd name="connsiteY117" fmla="*/ 86360 h 109219"/>
                <a:gd name="connsiteX118" fmla="*/ 217805 w 870584"/>
                <a:gd name="connsiteY118" fmla="*/ 58420 h 109219"/>
                <a:gd name="connsiteX119" fmla="*/ 221615 w 870584"/>
                <a:gd name="connsiteY119" fmla="*/ 73025 h 109219"/>
                <a:gd name="connsiteX120" fmla="*/ 233045 w 870584"/>
                <a:gd name="connsiteY120" fmla="*/ 78740 h 109219"/>
                <a:gd name="connsiteX121" fmla="*/ 241300 w 870584"/>
                <a:gd name="connsiteY121" fmla="*/ 76200 h 109219"/>
                <a:gd name="connsiteX122" fmla="*/ 247015 w 870584"/>
                <a:gd name="connsiteY122" fmla="*/ 69850 h 109219"/>
                <a:gd name="connsiteX123" fmla="*/ 247015 w 870584"/>
                <a:gd name="connsiteY123" fmla="*/ 42545 h 109219"/>
                <a:gd name="connsiteX124" fmla="*/ 241300 w 870584"/>
                <a:gd name="connsiteY124" fmla="*/ 36830 h 109219"/>
                <a:gd name="connsiteX125" fmla="*/ 233045 w 870584"/>
                <a:gd name="connsiteY125" fmla="*/ 34290 h 109219"/>
                <a:gd name="connsiteX126" fmla="*/ 221615 w 870584"/>
                <a:gd name="connsiteY126" fmla="*/ 40640 h 109219"/>
                <a:gd name="connsiteX127" fmla="*/ 217805 w 870584"/>
                <a:gd name="connsiteY127" fmla="*/ 57150 h 109219"/>
                <a:gd name="connsiteX128" fmla="*/ 217805 w 870584"/>
                <a:gd name="connsiteY128" fmla="*/ 58420 h 109219"/>
                <a:gd name="connsiteX129" fmla="*/ 207010 w 870584"/>
                <a:gd name="connsiteY129" fmla="*/ 57150 h 109219"/>
                <a:gd name="connsiteX130" fmla="*/ 213360 w 870584"/>
                <a:gd name="connsiteY130" fmla="*/ 33655 h 109219"/>
                <a:gd name="connsiteX131" fmla="*/ 230505 w 870584"/>
                <a:gd name="connsiteY131" fmla="*/ 24765 h 109219"/>
                <a:gd name="connsiteX132" fmla="*/ 240665 w 870584"/>
                <a:gd name="connsiteY132" fmla="*/ 26670 h 109219"/>
                <a:gd name="connsiteX133" fmla="*/ 247650 w 870584"/>
                <a:gd name="connsiteY133" fmla="*/ 33020 h 109219"/>
                <a:gd name="connsiteX134" fmla="*/ 248920 w 870584"/>
                <a:gd name="connsiteY134" fmla="*/ 25400 h 109219"/>
                <a:gd name="connsiteX135" fmla="*/ 257810 w 870584"/>
                <a:gd name="connsiteY135" fmla="*/ 25400 h 109219"/>
                <a:gd name="connsiteX136" fmla="*/ 257810 w 870584"/>
                <a:gd name="connsiteY136" fmla="*/ 84455 h 109219"/>
                <a:gd name="connsiteX137" fmla="*/ 251460 w 870584"/>
                <a:gd name="connsiteY137" fmla="*/ 102870 h 109219"/>
                <a:gd name="connsiteX138" fmla="*/ 233045 w 870584"/>
                <a:gd name="connsiteY138" fmla="*/ 109220 h 109219"/>
                <a:gd name="connsiteX139" fmla="*/ 223520 w 870584"/>
                <a:gd name="connsiteY139" fmla="*/ 107950 h 109219"/>
                <a:gd name="connsiteX140" fmla="*/ 214630 w 870584"/>
                <a:gd name="connsiteY140" fmla="*/ 104775 h 109219"/>
                <a:gd name="connsiteX141" fmla="*/ 217170 w 870584"/>
                <a:gd name="connsiteY141" fmla="*/ 96520 h 109219"/>
                <a:gd name="connsiteX142" fmla="*/ 224155 w 870584"/>
                <a:gd name="connsiteY142" fmla="*/ 99060 h 109219"/>
                <a:gd name="connsiteX143" fmla="*/ 232410 w 870584"/>
                <a:gd name="connsiteY143" fmla="*/ 100330 h 109219"/>
                <a:gd name="connsiteX144" fmla="*/ 243205 w 870584"/>
                <a:gd name="connsiteY144" fmla="*/ 96520 h 109219"/>
                <a:gd name="connsiteX145" fmla="*/ 246380 w 870584"/>
                <a:gd name="connsiteY145" fmla="*/ 85090 h 109219"/>
                <a:gd name="connsiteX146" fmla="*/ 246380 w 870584"/>
                <a:gd name="connsiteY146" fmla="*/ 79375 h 109219"/>
                <a:gd name="connsiteX147" fmla="*/ 239395 w 870584"/>
                <a:gd name="connsiteY147" fmla="*/ 85090 h 109219"/>
                <a:gd name="connsiteX148" fmla="*/ 229870 w 870584"/>
                <a:gd name="connsiteY148" fmla="*/ 86995 h 109219"/>
                <a:gd name="connsiteX149" fmla="*/ 212725 w 870584"/>
                <a:gd name="connsiteY149" fmla="*/ 79375 h 109219"/>
                <a:gd name="connsiteX150" fmla="*/ 206375 w 870584"/>
                <a:gd name="connsiteY150" fmla="*/ 58420 h 109219"/>
                <a:gd name="connsiteX151" fmla="*/ 206375 w 870584"/>
                <a:gd name="connsiteY151" fmla="*/ 57150 h 109219"/>
                <a:gd name="connsiteX152" fmla="*/ 133350 w 870584"/>
                <a:gd name="connsiteY152" fmla="*/ 79375 h 109219"/>
                <a:gd name="connsiteX153" fmla="*/ 142240 w 870584"/>
                <a:gd name="connsiteY153" fmla="*/ 78105 h 109219"/>
                <a:gd name="connsiteX154" fmla="*/ 142240 w 870584"/>
                <a:gd name="connsiteY154" fmla="*/ 35560 h 109219"/>
                <a:gd name="connsiteX155" fmla="*/ 133350 w 870584"/>
                <a:gd name="connsiteY155" fmla="*/ 34290 h 109219"/>
                <a:gd name="connsiteX156" fmla="*/ 133350 w 870584"/>
                <a:gd name="connsiteY156" fmla="*/ 27305 h 109219"/>
                <a:gd name="connsiteX157" fmla="*/ 151765 w 870584"/>
                <a:gd name="connsiteY157" fmla="*/ 27305 h 109219"/>
                <a:gd name="connsiteX158" fmla="*/ 152400 w 870584"/>
                <a:gd name="connsiteY158" fmla="*/ 36195 h 109219"/>
                <a:gd name="connsiteX159" fmla="*/ 160020 w 870584"/>
                <a:gd name="connsiteY159" fmla="*/ 28575 h 109219"/>
                <a:gd name="connsiteX160" fmla="*/ 170180 w 870584"/>
                <a:gd name="connsiteY160" fmla="*/ 26035 h 109219"/>
                <a:gd name="connsiteX161" fmla="*/ 184785 w 870584"/>
                <a:gd name="connsiteY161" fmla="*/ 31750 h 109219"/>
                <a:gd name="connsiteX162" fmla="*/ 189865 w 870584"/>
                <a:gd name="connsiteY162" fmla="*/ 48895 h 109219"/>
                <a:gd name="connsiteX163" fmla="*/ 189865 w 870584"/>
                <a:gd name="connsiteY163" fmla="*/ 78105 h 109219"/>
                <a:gd name="connsiteX164" fmla="*/ 198755 w 870584"/>
                <a:gd name="connsiteY164" fmla="*/ 79375 h 109219"/>
                <a:gd name="connsiteX165" fmla="*/ 198755 w 870584"/>
                <a:gd name="connsiteY165" fmla="*/ 86360 h 109219"/>
                <a:gd name="connsiteX166" fmla="*/ 170180 w 870584"/>
                <a:gd name="connsiteY166" fmla="*/ 86360 h 109219"/>
                <a:gd name="connsiteX167" fmla="*/ 170180 w 870584"/>
                <a:gd name="connsiteY167" fmla="*/ 79375 h 109219"/>
                <a:gd name="connsiteX168" fmla="*/ 179070 w 870584"/>
                <a:gd name="connsiteY168" fmla="*/ 78105 h 109219"/>
                <a:gd name="connsiteX169" fmla="*/ 179070 w 870584"/>
                <a:gd name="connsiteY169" fmla="*/ 48895 h 109219"/>
                <a:gd name="connsiteX170" fmla="*/ 175895 w 870584"/>
                <a:gd name="connsiteY170" fmla="*/ 37465 h 109219"/>
                <a:gd name="connsiteX171" fmla="*/ 166370 w 870584"/>
                <a:gd name="connsiteY171" fmla="*/ 34290 h 109219"/>
                <a:gd name="connsiteX172" fmla="*/ 158115 w 870584"/>
                <a:gd name="connsiteY172" fmla="*/ 36830 h 109219"/>
                <a:gd name="connsiteX173" fmla="*/ 152400 w 870584"/>
                <a:gd name="connsiteY173" fmla="*/ 43180 h 109219"/>
                <a:gd name="connsiteX174" fmla="*/ 152400 w 870584"/>
                <a:gd name="connsiteY174" fmla="*/ 78105 h 109219"/>
                <a:gd name="connsiteX175" fmla="*/ 161290 w 870584"/>
                <a:gd name="connsiteY175" fmla="*/ 79375 h 109219"/>
                <a:gd name="connsiteX176" fmla="*/ 161290 w 870584"/>
                <a:gd name="connsiteY176" fmla="*/ 86360 h 109219"/>
                <a:gd name="connsiteX177" fmla="*/ 132715 w 870584"/>
                <a:gd name="connsiteY177" fmla="*/ 86360 h 109219"/>
                <a:gd name="connsiteX178" fmla="*/ 132715 w 870584"/>
                <a:gd name="connsiteY178" fmla="*/ 79375 h 109219"/>
                <a:gd name="connsiteX179" fmla="*/ 100330 w 870584"/>
                <a:gd name="connsiteY179" fmla="*/ 33655 h 109219"/>
                <a:gd name="connsiteX180" fmla="*/ 90805 w 870584"/>
                <a:gd name="connsiteY180" fmla="*/ 38100 h 109219"/>
                <a:gd name="connsiteX181" fmla="*/ 86360 w 870584"/>
                <a:gd name="connsiteY181" fmla="*/ 49530 h 109219"/>
                <a:gd name="connsiteX182" fmla="*/ 86360 w 870584"/>
                <a:gd name="connsiteY182" fmla="*/ 49530 h 109219"/>
                <a:gd name="connsiteX183" fmla="*/ 113665 w 870584"/>
                <a:gd name="connsiteY183" fmla="*/ 49530 h 109219"/>
                <a:gd name="connsiteX184" fmla="*/ 113665 w 870584"/>
                <a:gd name="connsiteY184" fmla="*/ 48260 h 109219"/>
                <a:gd name="connsiteX185" fmla="*/ 110490 w 870584"/>
                <a:gd name="connsiteY185" fmla="*/ 37465 h 109219"/>
                <a:gd name="connsiteX186" fmla="*/ 100330 w 870584"/>
                <a:gd name="connsiteY186" fmla="*/ 33655 h 109219"/>
                <a:gd name="connsiteX187" fmla="*/ 101600 w 870584"/>
                <a:gd name="connsiteY187" fmla="*/ 86995 h 109219"/>
                <a:gd name="connsiteX188" fmla="*/ 81915 w 870584"/>
                <a:gd name="connsiteY188" fmla="*/ 78740 h 109219"/>
                <a:gd name="connsiteX189" fmla="*/ 74295 w 870584"/>
                <a:gd name="connsiteY189" fmla="*/ 57150 h 109219"/>
                <a:gd name="connsiteX190" fmla="*/ 74295 w 870584"/>
                <a:gd name="connsiteY190" fmla="*/ 54610 h 109219"/>
                <a:gd name="connsiteX191" fmla="*/ 81915 w 870584"/>
                <a:gd name="connsiteY191" fmla="*/ 33655 h 109219"/>
                <a:gd name="connsiteX192" fmla="*/ 99695 w 870584"/>
                <a:gd name="connsiteY192" fmla="*/ 25400 h 109219"/>
                <a:gd name="connsiteX193" fmla="*/ 118110 w 870584"/>
                <a:gd name="connsiteY193" fmla="*/ 32385 h 109219"/>
                <a:gd name="connsiteX194" fmla="*/ 124460 w 870584"/>
                <a:gd name="connsiteY194" fmla="*/ 52070 h 109219"/>
                <a:gd name="connsiteX195" fmla="*/ 124460 w 870584"/>
                <a:gd name="connsiteY195" fmla="*/ 59055 h 109219"/>
                <a:gd name="connsiteX196" fmla="*/ 85725 w 870584"/>
                <a:gd name="connsiteY196" fmla="*/ 59055 h 109219"/>
                <a:gd name="connsiteX197" fmla="*/ 85725 w 870584"/>
                <a:gd name="connsiteY197" fmla="*/ 59055 h 109219"/>
                <a:gd name="connsiteX198" fmla="*/ 90170 w 870584"/>
                <a:gd name="connsiteY198" fmla="*/ 73025 h 109219"/>
                <a:gd name="connsiteX199" fmla="*/ 101600 w 870584"/>
                <a:gd name="connsiteY199" fmla="*/ 78740 h 109219"/>
                <a:gd name="connsiteX200" fmla="*/ 111125 w 870584"/>
                <a:gd name="connsiteY200" fmla="*/ 77470 h 109219"/>
                <a:gd name="connsiteX201" fmla="*/ 118110 w 870584"/>
                <a:gd name="connsiteY201" fmla="*/ 73025 h 109219"/>
                <a:gd name="connsiteX202" fmla="*/ 122555 w 870584"/>
                <a:gd name="connsiteY202" fmla="*/ 80010 h 109219"/>
                <a:gd name="connsiteX203" fmla="*/ 114300 w 870584"/>
                <a:gd name="connsiteY203" fmla="*/ 85090 h 109219"/>
                <a:gd name="connsiteX204" fmla="*/ 101600 w 870584"/>
                <a:gd name="connsiteY204" fmla="*/ 86995 h 109219"/>
                <a:gd name="connsiteX205" fmla="*/ 836930 w 870584"/>
                <a:gd name="connsiteY205" fmla="*/ 78105 h 109219"/>
                <a:gd name="connsiteX206" fmla="*/ 847090 w 870584"/>
                <a:gd name="connsiteY206" fmla="*/ 75565 h 109219"/>
                <a:gd name="connsiteX207" fmla="*/ 853440 w 870584"/>
                <a:gd name="connsiteY207" fmla="*/ 69215 h 109219"/>
                <a:gd name="connsiteX208" fmla="*/ 853440 w 870584"/>
                <a:gd name="connsiteY208" fmla="*/ 59690 h 109219"/>
                <a:gd name="connsiteX209" fmla="*/ 842010 w 870584"/>
                <a:gd name="connsiteY209" fmla="*/ 59690 h 109219"/>
                <a:gd name="connsiteX210" fmla="*/ 831215 w 870584"/>
                <a:gd name="connsiteY210" fmla="*/ 62865 h 109219"/>
                <a:gd name="connsiteX211" fmla="*/ 827405 w 870584"/>
                <a:gd name="connsiteY211" fmla="*/ 70485 h 109219"/>
                <a:gd name="connsiteX212" fmla="*/ 829945 w 870584"/>
                <a:gd name="connsiteY212" fmla="*/ 76200 h 109219"/>
                <a:gd name="connsiteX213" fmla="*/ 836930 w 870584"/>
                <a:gd name="connsiteY213" fmla="*/ 78105 h 109219"/>
                <a:gd name="connsiteX214" fmla="*/ 854710 w 870584"/>
                <a:gd name="connsiteY214" fmla="*/ 85725 h 109219"/>
                <a:gd name="connsiteX215" fmla="*/ 854075 w 870584"/>
                <a:gd name="connsiteY215" fmla="*/ 81280 h 109219"/>
                <a:gd name="connsiteX216" fmla="*/ 853440 w 870584"/>
                <a:gd name="connsiteY216" fmla="*/ 77470 h 109219"/>
                <a:gd name="connsiteX217" fmla="*/ 845820 w 870584"/>
                <a:gd name="connsiteY217" fmla="*/ 84455 h 109219"/>
                <a:gd name="connsiteX218" fmla="*/ 835660 w 870584"/>
                <a:gd name="connsiteY218" fmla="*/ 86995 h 109219"/>
                <a:gd name="connsiteX219" fmla="*/ 821690 w 870584"/>
                <a:gd name="connsiteY219" fmla="*/ 82550 h 109219"/>
                <a:gd name="connsiteX220" fmla="*/ 816610 w 870584"/>
                <a:gd name="connsiteY220" fmla="*/ 69850 h 109219"/>
                <a:gd name="connsiteX221" fmla="*/ 823595 w 870584"/>
                <a:gd name="connsiteY221" fmla="*/ 56515 h 109219"/>
                <a:gd name="connsiteX222" fmla="*/ 842645 w 870584"/>
                <a:gd name="connsiteY222" fmla="*/ 52070 h 109219"/>
                <a:gd name="connsiteX223" fmla="*/ 854075 w 870584"/>
                <a:gd name="connsiteY223" fmla="*/ 52070 h 109219"/>
                <a:gd name="connsiteX224" fmla="*/ 854075 w 870584"/>
                <a:gd name="connsiteY224" fmla="*/ 45085 h 109219"/>
                <a:gd name="connsiteX225" fmla="*/ 850900 w 870584"/>
                <a:gd name="connsiteY225" fmla="*/ 36830 h 109219"/>
                <a:gd name="connsiteX226" fmla="*/ 842010 w 870584"/>
                <a:gd name="connsiteY226" fmla="*/ 33655 h 109219"/>
                <a:gd name="connsiteX227" fmla="*/ 835025 w 870584"/>
                <a:gd name="connsiteY227" fmla="*/ 34925 h 109219"/>
                <a:gd name="connsiteX228" fmla="*/ 829945 w 870584"/>
                <a:gd name="connsiteY228" fmla="*/ 38100 h 109219"/>
                <a:gd name="connsiteX229" fmla="*/ 828675 w 870584"/>
                <a:gd name="connsiteY229" fmla="*/ 44450 h 109219"/>
                <a:gd name="connsiteX230" fmla="*/ 820420 w 870584"/>
                <a:gd name="connsiteY230" fmla="*/ 44450 h 109219"/>
                <a:gd name="connsiteX231" fmla="*/ 820420 w 870584"/>
                <a:gd name="connsiteY231" fmla="*/ 33020 h 109219"/>
                <a:gd name="connsiteX232" fmla="*/ 830580 w 870584"/>
                <a:gd name="connsiteY232" fmla="*/ 27940 h 109219"/>
                <a:gd name="connsiteX233" fmla="*/ 843280 w 870584"/>
                <a:gd name="connsiteY233" fmla="*/ 26035 h 109219"/>
                <a:gd name="connsiteX234" fmla="*/ 859790 w 870584"/>
                <a:gd name="connsiteY234" fmla="*/ 31115 h 109219"/>
                <a:gd name="connsiteX235" fmla="*/ 866140 w 870584"/>
                <a:gd name="connsiteY235" fmla="*/ 45720 h 109219"/>
                <a:gd name="connsiteX236" fmla="*/ 866140 w 870584"/>
                <a:gd name="connsiteY236" fmla="*/ 74295 h 109219"/>
                <a:gd name="connsiteX237" fmla="*/ 866140 w 870584"/>
                <a:gd name="connsiteY237" fmla="*/ 76835 h 109219"/>
                <a:gd name="connsiteX238" fmla="*/ 866140 w 870584"/>
                <a:gd name="connsiteY238" fmla="*/ 78740 h 109219"/>
                <a:gd name="connsiteX239" fmla="*/ 870585 w 870584"/>
                <a:gd name="connsiteY239" fmla="*/ 79375 h 109219"/>
                <a:gd name="connsiteX240" fmla="*/ 870585 w 870584"/>
                <a:gd name="connsiteY240" fmla="*/ 86360 h 109219"/>
                <a:gd name="connsiteX241" fmla="*/ 854710 w 870584"/>
                <a:gd name="connsiteY241" fmla="*/ 86360 h 109219"/>
                <a:gd name="connsiteX242" fmla="*/ 798195 w 870584"/>
                <a:gd name="connsiteY242" fmla="*/ 11430 h 109219"/>
                <a:gd name="connsiteX243" fmla="*/ 787400 w 870584"/>
                <a:gd name="connsiteY243" fmla="*/ 11430 h 109219"/>
                <a:gd name="connsiteX244" fmla="*/ 787400 w 870584"/>
                <a:gd name="connsiteY244" fmla="*/ 635 h 109219"/>
                <a:gd name="connsiteX245" fmla="*/ 798195 w 870584"/>
                <a:gd name="connsiteY245" fmla="*/ 635 h 109219"/>
                <a:gd name="connsiteX246" fmla="*/ 798195 w 870584"/>
                <a:gd name="connsiteY246" fmla="*/ 11430 h 109219"/>
                <a:gd name="connsiteX247" fmla="*/ 778510 w 870584"/>
                <a:gd name="connsiteY247" fmla="*/ 79375 h 109219"/>
                <a:gd name="connsiteX248" fmla="*/ 787400 w 870584"/>
                <a:gd name="connsiteY248" fmla="*/ 78105 h 109219"/>
                <a:gd name="connsiteX249" fmla="*/ 787400 w 870584"/>
                <a:gd name="connsiteY249" fmla="*/ 35560 h 109219"/>
                <a:gd name="connsiteX250" fmla="*/ 778510 w 870584"/>
                <a:gd name="connsiteY250" fmla="*/ 34290 h 109219"/>
                <a:gd name="connsiteX251" fmla="*/ 778510 w 870584"/>
                <a:gd name="connsiteY251" fmla="*/ 27305 h 109219"/>
                <a:gd name="connsiteX252" fmla="*/ 798195 w 870584"/>
                <a:gd name="connsiteY252" fmla="*/ 27305 h 109219"/>
                <a:gd name="connsiteX253" fmla="*/ 798195 w 870584"/>
                <a:gd name="connsiteY253" fmla="*/ 78105 h 109219"/>
                <a:gd name="connsiteX254" fmla="*/ 807085 w 870584"/>
                <a:gd name="connsiteY254" fmla="*/ 79375 h 109219"/>
                <a:gd name="connsiteX255" fmla="*/ 807085 w 870584"/>
                <a:gd name="connsiteY255" fmla="*/ 86360 h 109219"/>
                <a:gd name="connsiteX256" fmla="*/ 778510 w 870584"/>
                <a:gd name="connsiteY256" fmla="*/ 86360 h 109219"/>
                <a:gd name="connsiteX257" fmla="*/ 778510 w 870584"/>
                <a:gd name="connsiteY257" fmla="*/ 79375 h 109219"/>
                <a:gd name="connsiteX258" fmla="*/ 721995 w 870584"/>
                <a:gd name="connsiteY258" fmla="*/ 58420 h 109219"/>
                <a:gd name="connsiteX259" fmla="*/ 725805 w 870584"/>
                <a:gd name="connsiteY259" fmla="*/ 73025 h 109219"/>
                <a:gd name="connsiteX260" fmla="*/ 737235 w 870584"/>
                <a:gd name="connsiteY260" fmla="*/ 78740 h 109219"/>
                <a:gd name="connsiteX261" fmla="*/ 745490 w 870584"/>
                <a:gd name="connsiteY261" fmla="*/ 76835 h 109219"/>
                <a:gd name="connsiteX262" fmla="*/ 751205 w 870584"/>
                <a:gd name="connsiteY262" fmla="*/ 70485 h 109219"/>
                <a:gd name="connsiteX263" fmla="*/ 751205 w 870584"/>
                <a:gd name="connsiteY263" fmla="*/ 42545 h 109219"/>
                <a:gd name="connsiteX264" fmla="*/ 745490 w 870584"/>
                <a:gd name="connsiteY264" fmla="*/ 36830 h 109219"/>
                <a:gd name="connsiteX265" fmla="*/ 737235 w 870584"/>
                <a:gd name="connsiteY265" fmla="*/ 34925 h 109219"/>
                <a:gd name="connsiteX266" fmla="*/ 725805 w 870584"/>
                <a:gd name="connsiteY266" fmla="*/ 41275 h 109219"/>
                <a:gd name="connsiteX267" fmla="*/ 721995 w 870584"/>
                <a:gd name="connsiteY267" fmla="*/ 57785 h 109219"/>
                <a:gd name="connsiteX268" fmla="*/ 721995 w 870584"/>
                <a:gd name="connsiteY268" fmla="*/ 58420 h 109219"/>
                <a:gd name="connsiteX269" fmla="*/ 751205 w 870584"/>
                <a:gd name="connsiteY269" fmla="*/ 78740 h 109219"/>
                <a:gd name="connsiteX270" fmla="*/ 744220 w 870584"/>
                <a:gd name="connsiteY270" fmla="*/ 85090 h 109219"/>
                <a:gd name="connsiteX271" fmla="*/ 734695 w 870584"/>
                <a:gd name="connsiteY271" fmla="*/ 86995 h 109219"/>
                <a:gd name="connsiteX272" fmla="*/ 717550 w 870584"/>
                <a:gd name="connsiteY272" fmla="*/ 79375 h 109219"/>
                <a:gd name="connsiteX273" fmla="*/ 711200 w 870584"/>
                <a:gd name="connsiteY273" fmla="*/ 58420 h 109219"/>
                <a:gd name="connsiteX274" fmla="*/ 711200 w 870584"/>
                <a:gd name="connsiteY274" fmla="*/ 57150 h 109219"/>
                <a:gd name="connsiteX275" fmla="*/ 717550 w 870584"/>
                <a:gd name="connsiteY275" fmla="*/ 33655 h 109219"/>
                <a:gd name="connsiteX276" fmla="*/ 734695 w 870584"/>
                <a:gd name="connsiteY276" fmla="*/ 24765 h 109219"/>
                <a:gd name="connsiteX277" fmla="*/ 744220 w 870584"/>
                <a:gd name="connsiteY277" fmla="*/ 26670 h 109219"/>
                <a:gd name="connsiteX278" fmla="*/ 751205 w 870584"/>
                <a:gd name="connsiteY278" fmla="*/ 32385 h 109219"/>
                <a:gd name="connsiteX279" fmla="*/ 751205 w 870584"/>
                <a:gd name="connsiteY279" fmla="*/ 8255 h 109219"/>
                <a:gd name="connsiteX280" fmla="*/ 742315 w 870584"/>
                <a:gd name="connsiteY280" fmla="*/ 6985 h 109219"/>
                <a:gd name="connsiteX281" fmla="*/ 742315 w 870584"/>
                <a:gd name="connsiteY281" fmla="*/ 0 h 109219"/>
                <a:gd name="connsiteX282" fmla="*/ 751205 w 870584"/>
                <a:gd name="connsiteY282" fmla="*/ 0 h 109219"/>
                <a:gd name="connsiteX283" fmla="*/ 762000 w 870584"/>
                <a:gd name="connsiteY283" fmla="*/ 0 h 109219"/>
                <a:gd name="connsiteX284" fmla="*/ 762000 w 870584"/>
                <a:gd name="connsiteY284" fmla="*/ 77470 h 109219"/>
                <a:gd name="connsiteX285" fmla="*/ 770890 w 870584"/>
                <a:gd name="connsiteY285" fmla="*/ 78740 h 109219"/>
                <a:gd name="connsiteX286" fmla="*/ 770890 w 870584"/>
                <a:gd name="connsiteY286" fmla="*/ 85725 h 109219"/>
                <a:gd name="connsiteX287" fmla="*/ 752475 w 870584"/>
                <a:gd name="connsiteY287" fmla="*/ 85725 h 109219"/>
                <a:gd name="connsiteX288" fmla="*/ 751205 w 870584"/>
                <a:gd name="connsiteY288" fmla="*/ 78740 h 109219"/>
                <a:gd name="connsiteX289" fmla="*/ 637540 w 870584"/>
                <a:gd name="connsiteY289" fmla="*/ 79375 h 109219"/>
                <a:gd name="connsiteX290" fmla="*/ 646430 w 870584"/>
                <a:gd name="connsiteY290" fmla="*/ 78105 h 109219"/>
                <a:gd name="connsiteX291" fmla="*/ 646430 w 870584"/>
                <a:gd name="connsiteY291" fmla="*/ 35560 h 109219"/>
                <a:gd name="connsiteX292" fmla="*/ 637540 w 870584"/>
                <a:gd name="connsiteY292" fmla="*/ 34290 h 109219"/>
                <a:gd name="connsiteX293" fmla="*/ 637540 w 870584"/>
                <a:gd name="connsiteY293" fmla="*/ 27305 h 109219"/>
                <a:gd name="connsiteX294" fmla="*/ 655955 w 870584"/>
                <a:gd name="connsiteY294" fmla="*/ 27305 h 109219"/>
                <a:gd name="connsiteX295" fmla="*/ 656590 w 870584"/>
                <a:gd name="connsiteY295" fmla="*/ 36195 h 109219"/>
                <a:gd name="connsiteX296" fmla="*/ 664210 w 870584"/>
                <a:gd name="connsiteY296" fmla="*/ 28575 h 109219"/>
                <a:gd name="connsiteX297" fmla="*/ 674370 w 870584"/>
                <a:gd name="connsiteY297" fmla="*/ 26035 h 109219"/>
                <a:gd name="connsiteX298" fmla="*/ 688975 w 870584"/>
                <a:gd name="connsiteY298" fmla="*/ 31750 h 109219"/>
                <a:gd name="connsiteX299" fmla="*/ 694055 w 870584"/>
                <a:gd name="connsiteY299" fmla="*/ 48895 h 109219"/>
                <a:gd name="connsiteX300" fmla="*/ 694055 w 870584"/>
                <a:gd name="connsiteY300" fmla="*/ 78105 h 109219"/>
                <a:gd name="connsiteX301" fmla="*/ 702945 w 870584"/>
                <a:gd name="connsiteY301" fmla="*/ 79375 h 109219"/>
                <a:gd name="connsiteX302" fmla="*/ 702945 w 870584"/>
                <a:gd name="connsiteY302" fmla="*/ 86360 h 109219"/>
                <a:gd name="connsiteX303" fmla="*/ 674370 w 870584"/>
                <a:gd name="connsiteY303" fmla="*/ 86360 h 109219"/>
                <a:gd name="connsiteX304" fmla="*/ 674370 w 870584"/>
                <a:gd name="connsiteY304" fmla="*/ 79375 h 109219"/>
                <a:gd name="connsiteX305" fmla="*/ 683260 w 870584"/>
                <a:gd name="connsiteY305" fmla="*/ 78105 h 109219"/>
                <a:gd name="connsiteX306" fmla="*/ 683260 w 870584"/>
                <a:gd name="connsiteY306" fmla="*/ 48895 h 109219"/>
                <a:gd name="connsiteX307" fmla="*/ 680085 w 870584"/>
                <a:gd name="connsiteY307" fmla="*/ 37465 h 109219"/>
                <a:gd name="connsiteX308" fmla="*/ 670560 w 870584"/>
                <a:gd name="connsiteY308" fmla="*/ 34290 h 109219"/>
                <a:gd name="connsiteX309" fmla="*/ 662305 w 870584"/>
                <a:gd name="connsiteY309" fmla="*/ 36830 h 109219"/>
                <a:gd name="connsiteX310" fmla="*/ 656590 w 870584"/>
                <a:gd name="connsiteY310" fmla="*/ 43180 h 109219"/>
                <a:gd name="connsiteX311" fmla="*/ 656590 w 870584"/>
                <a:gd name="connsiteY311" fmla="*/ 78105 h 109219"/>
                <a:gd name="connsiteX312" fmla="*/ 665480 w 870584"/>
                <a:gd name="connsiteY312" fmla="*/ 79375 h 109219"/>
                <a:gd name="connsiteX313" fmla="*/ 665480 w 870584"/>
                <a:gd name="connsiteY313" fmla="*/ 86360 h 109219"/>
                <a:gd name="connsiteX314" fmla="*/ 636905 w 870584"/>
                <a:gd name="connsiteY314" fmla="*/ 86360 h 109219"/>
                <a:gd name="connsiteX315" fmla="*/ 636905 w 870584"/>
                <a:gd name="connsiteY315" fmla="*/ 79375 h 109219"/>
                <a:gd name="connsiteX316" fmla="*/ 601345 w 870584"/>
                <a:gd name="connsiteY316" fmla="*/ 12700 h 109219"/>
                <a:gd name="connsiteX317" fmla="*/ 601345 w 870584"/>
                <a:gd name="connsiteY317" fmla="*/ 5715 h 109219"/>
                <a:gd name="connsiteX318" fmla="*/ 629920 w 870584"/>
                <a:gd name="connsiteY318" fmla="*/ 5715 h 109219"/>
                <a:gd name="connsiteX319" fmla="*/ 629920 w 870584"/>
                <a:gd name="connsiteY319" fmla="*/ 12700 h 109219"/>
                <a:gd name="connsiteX320" fmla="*/ 621030 w 870584"/>
                <a:gd name="connsiteY320" fmla="*/ 13970 h 109219"/>
                <a:gd name="connsiteX321" fmla="*/ 621030 w 870584"/>
                <a:gd name="connsiteY321" fmla="*/ 76835 h 109219"/>
                <a:gd name="connsiteX322" fmla="*/ 629920 w 870584"/>
                <a:gd name="connsiteY322" fmla="*/ 78105 h 109219"/>
                <a:gd name="connsiteX323" fmla="*/ 629920 w 870584"/>
                <a:gd name="connsiteY323" fmla="*/ 85090 h 109219"/>
                <a:gd name="connsiteX324" fmla="*/ 601345 w 870584"/>
                <a:gd name="connsiteY324" fmla="*/ 85090 h 109219"/>
                <a:gd name="connsiteX325" fmla="*/ 601345 w 870584"/>
                <a:gd name="connsiteY325" fmla="*/ 78105 h 109219"/>
                <a:gd name="connsiteX326" fmla="*/ 610235 w 870584"/>
                <a:gd name="connsiteY326" fmla="*/ 76835 h 109219"/>
                <a:gd name="connsiteX327" fmla="*/ 610235 w 870584"/>
                <a:gd name="connsiteY327" fmla="*/ 13970 h 109219"/>
                <a:gd name="connsiteX328" fmla="*/ 601345 w 870584"/>
                <a:gd name="connsiteY328" fmla="*/ 12700 h 109219"/>
                <a:gd name="connsiteX329" fmla="*/ 564515 w 870584"/>
                <a:gd name="connsiteY329" fmla="*/ 81915 h 109219"/>
                <a:gd name="connsiteX330" fmla="*/ 561975 w 870584"/>
                <a:gd name="connsiteY330" fmla="*/ 93345 h 109219"/>
                <a:gd name="connsiteX331" fmla="*/ 554990 w 870584"/>
                <a:gd name="connsiteY331" fmla="*/ 102870 h 109219"/>
                <a:gd name="connsiteX332" fmla="*/ 548640 w 870584"/>
                <a:gd name="connsiteY332" fmla="*/ 99060 h 109219"/>
                <a:gd name="connsiteX333" fmla="*/ 552450 w 870584"/>
                <a:gd name="connsiteY333" fmla="*/ 90805 h 109219"/>
                <a:gd name="connsiteX334" fmla="*/ 553720 w 870584"/>
                <a:gd name="connsiteY334" fmla="*/ 81915 h 109219"/>
                <a:gd name="connsiteX335" fmla="*/ 553720 w 870584"/>
                <a:gd name="connsiteY335" fmla="*/ 73660 h 109219"/>
                <a:gd name="connsiteX336" fmla="*/ 564515 w 870584"/>
                <a:gd name="connsiteY336" fmla="*/ 73660 h 109219"/>
                <a:gd name="connsiteX337" fmla="*/ 564515 w 870584"/>
                <a:gd name="connsiteY337" fmla="*/ 81915 h 109219"/>
                <a:gd name="connsiteX338" fmla="*/ 19685 w 870584"/>
                <a:gd name="connsiteY338" fmla="*/ 40005 h 109219"/>
                <a:gd name="connsiteX339" fmla="*/ 38100 w 870584"/>
                <a:gd name="connsiteY339" fmla="*/ 40005 h 109219"/>
                <a:gd name="connsiteX340" fmla="*/ 47625 w 870584"/>
                <a:gd name="connsiteY340" fmla="*/ 36830 h 109219"/>
                <a:gd name="connsiteX341" fmla="*/ 51435 w 870584"/>
                <a:gd name="connsiteY341" fmla="*/ 27940 h 109219"/>
                <a:gd name="connsiteX342" fmla="*/ 47625 w 870584"/>
                <a:gd name="connsiteY342" fmla="*/ 18415 h 109219"/>
                <a:gd name="connsiteX343" fmla="*/ 35560 w 870584"/>
                <a:gd name="connsiteY343" fmla="*/ 15240 h 109219"/>
                <a:gd name="connsiteX344" fmla="*/ 20320 w 870584"/>
                <a:gd name="connsiteY344" fmla="*/ 15240 h 109219"/>
                <a:gd name="connsiteX345" fmla="*/ 20320 w 870584"/>
                <a:gd name="connsiteY345" fmla="*/ 40005 h 109219"/>
                <a:gd name="connsiteX346" fmla="*/ 19685 w 870584"/>
                <a:gd name="connsiteY346" fmla="*/ 48260 h 109219"/>
                <a:gd name="connsiteX347" fmla="*/ 19685 w 870584"/>
                <a:gd name="connsiteY347" fmla="*/ 77470 h 109219"/>
                <a:gd name="connsiteX348" fmla="*/ 38100 w 870584"/>
                <a:gd name="connsiteY348" fmla="*/ 77470 h 109219"/>
                <a:gd name="connsiteX349" fmla="*/ 49530 w 870584"/>
                <a:gd name="connsiteY349" fmla="*/ 73660 h 109219"/>
                <a:gd name="connsiteX350" fmla="*/ 53340 w 870584"/>
                <a:gd name="connsiteY350" fmla="*/ 63500 h 109219"/>
                <a:gd name="connsiteX351" fmla="*/ 50165 w 870584"/>
                <a:gd name="connsiteY351" fmla="*/ 52705 h 109219"/>
                <a:gd name="connsiteX352" fmla="*/ 39370 w 870584"/>
                <a:gd name="connsiteY352" fmla="*/ 48895 h 109219"/>
                <a:gd name="connsiteX353" fmla="*/ 19685 w 870584"/>
                <a:gd name="connsiteY353" fmla="*/ 48895 h 109219"/>
                <a:gd name="connsiteX354" fmla="*/ 34925 w 870584"/>
                <a:gd name="connsiteY354" fmla="*/ 5715 h 109219"/>
                <a:gd name="connsiteX355" fmla="*/ 54610 w 870584"/>
                <a:gd name="connsiteY355" fmla="*/ 11430 h 109219"/>
                <a:gd name="connsiteX356" fmla="*/ 61595 w 870584"/>
                <a:gd name="connsiteY356" fmla="*/ 27940 h 109219"/>
                <a:gd name="connsiteX357" fmla="*/ 58420 w 870584"/>
                <a:gd name="connsiteY357" fmla="*/ 37465 h 109219"/>
                <a:gd name="connsiteX358" fmla="*/ 49530 w 870584"/>
                <a:gd name="connsiteY358" fmla="*/ 43815 h 109219"/>
                <a:gd name="connsiteX359" fmla="*/ 60960 w 870584"/>
                <a:gd name="connsiteY359" fmla="*/ 50800 h 109219"/>
                <a:gd name="connsiteX360" fmla="*/ 65405 w 870584"/>
                <a:gd name="connsiteY360" fmla="*/ 63500 h 109219"/>
                <a:gd name="connsiteX361" fmla="*/ 58420 w 870584"/>
                <a:gd name="connsiteY361" fmla="*/ 80010 h 109219"/>
                <a:gd name="connsiteX362" fmla="*/ 38735 w 870584"/>
                <a:gd name="connsiteY362" fmla="*/ 85725 h 109219"/>
                <a:gd name="connsiteX363" fmla="*/ 0 w 870584"/>
                <a:gd name="connsiteY363" fmla="*/ 85725 h 109219"/>
                <a:gd name="connsiteX364" fmla="*/ 0 w 870584"/>
                <a:gd name="connsiteY364" fmla="*/ 78740 h 109219"/>
                <a:gd name="connsiteX365" fmla="*/ 8890 w 870584"/>
                <a:gd name="connsiteY365" fmla="*/ 77470 h 109219"/>
                <a:gd name="connsiteX366" fmla="*/ 8890 w 870584"/>
                <a:gd name="connsiteY366" fmla="*/ 14605 h 109219"/>
                <a:gd name="connsiteX367" fmla="*/ 0 w 870584"/>
                <a:gd name="connsiteY367" fmla="*/ 13335 h 109219"/>
                <a:gd name="connsiteX368" fmla="*/ 0 w 870584"/>
                <a:gd name="connsiteY368" fmla="*/ 6350 h 109219"/>
                <a:gd name="connsiteX369" fmla="*/ 8890 w 870584"/>
                <a:gd name="connsiteY369" fmla="*/ 6350 h 109219"/>
                <a:gd name="connsiteX370" fmla="*/ 34925 w 870584"/>
                <a:gd name="connsiteY370" fmla="*/ 6350 h 10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870584" h="109219">
                  <a:moveTo>
                    <a:pt x="526415" y="77470"/>
                  </a:moveTo>
                  <a:cubicBezTo>
                    <a:pt x="524510" y="80645"/>
                    <a:pt x="521970" y="83185"/>
                    <a:pt x="519430" y="85090"/>
                  </a:cubicBezTo>
                  <a:cubicBezTo>
                    <a:pt x="516255" y="86995"/>
                    <a:pt x="513080" y="87630"/>
                    <a:pt x="509270" y="87630"/>
                  </a:cubicBezTo>
                  <a:cubicBezTo>
                    <a:pt x="502920" y="87630"/>
                    <a:pt x="497840" y="85725"/>
                    <a:pt x="494030" y="81280"/>
                  </a:cubicBezTo>
                  <a:cubicBezTo>
                    <a:pt x="490220" y="76835"/>
                    <a:pt x="488315" y="70485"/>
                    <a:pt x="488315" y="61595"/>
                  </a:cubicBezTo>
                  <a:lnTo>
                    <a:pt x="488315" y="34925"/>
                  </a:lnTo>
                  <a:lnTo>
                    <a:pt x="481330" y="33655"/>
                  </a:lnTo>
                  <a:lnTo>
                    <a:pt x="481330" y="26670"/>
                  </a:lnTo>
                  <a:lnTo>
                    <a:pt x="488315" y="26670"/>
                  </a:lnTo>
                  <a:lnTo>
                    <a:pt x="499110" y="26670"/>
                  </a:lnTo>
                  <a:lnTo>
                    <a:pt x="499110" y="61595"/>
                  </a:lnTo>
                  <a:cubicBezTo>
                    <a:pt x="499110" y="67945"/>
                    <a:pt x="499745" y="72390"/>
                    <a:pt x="501650" y="74930"/>
                  </a:cubicBezTo>
                  <a:cubicBezTo>
                    <a:pt x="503555" y="77470"/>
                    <a:pt x="506730" y="78740"/>
                    <a:pt x="510540" y="78740"/>
                  </a:cubicBezTo>
                  <a:cubicBezTo>
                    <a:pt x="514350" y="78740"/>
                    <a:pt x="517525" y="78105"/>
                    <a:pt x="520065" y="76200"/>
                  </a:cubicBezTo>
                  <a:cubicBezTo>
                    <a:pt x="522605" y="74930"/>
                    <a:pt x="524510" y="72390"/>
                    <a:pt x="525780" y="69850"/>
                  </a:cubicBezTo>
                  <a:lnTo>
                    <a:pt x="525780" y="35560"/>
                  </a:lnTo>
                  <a:lnTo>
                    <a:pt x="517525" y="34290"/>
                  </a:lnTo>
                  <a:lnTo>
                    <a:pt x="517525" y="27305"/>
                  </a:lnTo>
                  <a:lnTo>
                    <a:pt x="525780" y="27305"/>
                  </a:lnTo>
                  <a:lnTo>
                    <a:pt x="536575" y="27305"/>
                  </a:lnTo>
                  <a:lnTo>
                    <a:pt x="536575" y="78105"/>
                  </a:lnTo>
                  <a:lnTo>
                    <a:pt x="543560" y="79375"/>
                  </a:lnTo>
                  <a:lnTo>
                    <a:pt x="543560" y="86360"/>
                  </a:lnTo>
                  <a:lnTo>
                    <a:pt x="527050" y="86360"/>
                  </a:lnTo>
                  <a:lnTo>
                    <a:pt x="526415" y="77470"/>
                  </a:lnTo>
                  <a:close/>
                  <a:moveTo>
                    <a:pt x="436880" y="33655"/>
                  </a:moveTo>
                  <a:lnTo>
                    <a:pt x="436880" y="26670"/>
                  </a:lnTo>
                  <a:lnTo>
                    <a:pt x="455295" y="26670"/>
                  </a:lnTo>
                  <a:lnTo>
                    <a:pt x="456565" y="35560"/>
                  </a:lnTo>
                  <a:cubicBezTo>
                    <a:pt x="458470" y="32385"/>
                    <a:pt x="460375" y="29845"/>
                    <a:pt x="462915" y="28575"/>
                  </a:cubicBezTo>
                  <a:cubicBezTo>
                    <a:pt x="465455" y="26670"/>
                    <a:pt x="467995" y="26035"/>
                    <a:pt x="471170" y="26035"/>
                  </a:cubicBezTo>
                  <a:cubicBezTo>
                    <a:pt x="471805" y="26035"/>
                    <a:pt x="473075" y="26035"/>
                    <a:pt x="473710" y="26035"/>
                  </a:cubicBezTo>
                  <a:cubicBezTo>
                    <a:pt x="474345" y="26035"/>
                    <a:pt x="474980" y="26035"/>
                    <a:pt x="475615" y="26670"/>
                  </a:cubicBezTo>
                  <a:lnTo>
                    <a:pt x="474345" y="36830"/>
                  </a:lnTo>
                  <a:lnTo>
                    <a:pt x="467995" y="36195"/>
                  </a:lnTo>
                  <a:cubicBezTo>
                    <a:pt x="464820" y="36195"/>
                    <a:pt x="462915" y="36830"/>
                    <a:pt x="461010" y="38100"/>
                  </a:cubicBezTo>
                  <a:cubicBezTo>
                    <a:pt x="459105" y="39370"/>
                    <a:pt x="457835" y="41275"/>
                    <a:pt x="456565" y="43815"/>
                  </a:cubicBezTo>
                  <a:lnTo>
                    <a:pt x="456565" y="78105"/>
                  </a:lnTo>
                  <a:lnTo>
                    <a:pt x="465455" y="79375"/>
                  </a:lnTo>
                  <a:lnTo>
                    <a:pt x="465455" y="86360"/>
                  </a:lnTo>
                  <a:lnTo>
                    <a:pt x="436880" y="86360"/>
                  </a:lnTo>
                  <a:lnTo>
                    <a:pt x="436880" y="79375"/>
                  </a:lnTo>
                  <a:lnTo>
                    <a:pt x="445770" y="78105"/>
                  </a:lnTo>
                  <a:lnTo>
                    <a:pt x="445770" y="35560"/>
                  </a:lnTo>
                  <a:lnTo>
                    <a:pt x="436880" y="33655"/>
                  </a:lnTo>
                  <a:close/>
                  <a:moveTo>
                    <a:pt x="411480" y="77470"/>
                  </a:moveTo>
                  <a:cubicBezTo>
                    <a:pt x="409575" y="80645"/>
                    <a:pt x="407035" y="83185"/>
                    <a:pt x="404495" y="85090"/>
                  </a:cubicBezTo>
                  <a:cubicBezTo>
                    <a:pt x="401320" y="86995"/>
                    <a:pt x="398145" y="87630"/>
                    <a:pt x="394335" y="87630"/>
                  </a:cubicBezTo>
                  <a:cubicBezTo>
                    <a:pt x="387985" y="87630"/>
                    <a:pt x="382905" y="85725"/>
                    <a:pt x="379095" y="81280"/>
                  </a:cubicBezTo>
                  <a:cubicBezTo>
                    <a:pt x="375285" y="76835"/>
                    <a:pt x="373380" y="70485"/>
                    <a:pt x="373380" y="61595"/>
                  </a:cubicBezTo>
                  <a:lnTo>
                    <a:pt x="373380" y="34925"/>
                  </a:lnTo>
                  <a:lnTo>
                    <a:pt x="366395" y="33655"/>
                  </a:lnTo>
                  <a:lnTo>
                    <a:pt x="366395" y="26670"/>
                  </a:lnTo>
                  <a:lnTo>
                    <a:pt x="373380" y="26670"/>
                  </a:lnTo>
                  <a:lnTo>
                    <a:pt x="384175" y="26670"/>
                  </a:lnTo>
                  <a:lnTo>
                    <a:pt x="384175" y="61595"/>
                  </a:lnTo>
                  <a:cubicBezTo>
                    <a:pt x="384175" y="67945"/>
                    <a:pt x="384810" y="72390"/>
                    <a:pt x="386715" y="74930"/>
                  </a:cubicBezTo>
                  <a:cubicBezTo>
                    <a:pt x="388620" y="77470"/>
                    <a:pt x="391795" y="78740"/>
                    <a:pt x="395605" y="78740"/>
                  </a:cubicBezTo>
                  <a:cubicBezTo>
                    <a:pt x="399415" y="78740"/>
                    <a:pt x="402590" y="78105"/>
                    <a:pt x="405130" y="76200"/>
                  </a:cubicBezTo>
                  <a:cubicBezTo>
                    <a:pt x="407670" y="74930"/>
                    <a:pt x="409575" y="72390"/>
                    <a:pt x="410845" y="69850"/>
                  </a:cubicBezTo>
                  <a:lnTo>
                    <a:pt x="410845" y="35560"/>
                  </a:lnTo>
                  <a:lnTo>
                    <a:pt x="402590" y="34290"/>
                  </a:lnTo>
                  <a:lnTo>
                    <a:pt x="402590" y="27305"/>
                  </a:lnTo>
                  <a:lnTo>
                    <a:pt x="410845" y="27305"/>
                  </a:lnTo>
                  <a:lnTo>
                    <a:pt x="421640" y="27305"/>
                  </a:lnTo>
                  <a:lnTo>
                    <a:pt x="421640" y="78105"/>
                  </a:lnTo>
                  <a:lnTo>
                    <a:pt x="428625" y="79375"/>
                  </a:lnTo>
                  <a:lnTo>
                    <a:pt x="428625" y="86360"/>
                  </a:lnTo>
                  <a:lnTo>
                    <a:pt x="412115" y="86360"/>
                  </a:lnTo>
                  <a:lnTo>
                    <a:pt x="411480" y="77470"/>
                  </a:lnTo>
                  <a:close/>
                  <a:moveTo>
                    <a:pt x="331470" y="6985"/>
                  </a:moveTo>
                  <a:lnTo>
                    <a:pt x="331470" y="0"/>
                  </a:lnTo>
                  <a:lnTo>
                    <a:pt x="351155" y="0"/>
                  </a:lnTo>
                  <a:lnTo>
                    <a:pt x="351155" y="77470"/>
                  </a:lnTo>
                  <a:lnTo>
                    <a:pt x="360045" y="78740"/>
                  </a:lnTo>
                  <a:lnTo>
                    <a:pt x="360045" y="85725"/>
                  </a:lnTo>
                  <a:lnTo>
                    <a:pt x="331470" y="85725"/>
                  </a:lnTo>
                  <a:lnTo>
                    <a:pt x="331470" y="78740"/>
                  </a:lnTo>
                  <a:lnTo>
                    <a:pt x="340360" y="77470"/>
                  </a:lnTo>
                  <a:lnTo>
                    <a:pt x="340360" y="8890"/>
                  </a:lnTo>
                  <a:lnTo>
                    <a:pt x="331470" y="6985"/>
                  </a:lnTo>
                  <a:close/>
                  <a:moveTo>
                    <a:pt x="292735" y="78105"/>
                  </a:moveTo>
                  <a:cubicBezTo>
                    <a:pt x="296545" y="78105"/>
                    <a:pt x="299720" y="77470"/>
                    <a:pt x="302895" y="75565"/>
                  </a:cubicBezTo>
                  <a:cubicBezTo>
                    <a:pt x="306070" y="73660"/>
                    <a:pt x="307975" y="71755"/>
                    <a:pt x="309245" y="69215"/>
                  </a:cubicBezTo>
                  <a:lnTo>
                    <a:pt x="309245" y="59690"/>
                  </a:lnTo>
                  <a:lnTo>
                    <a:pt x="297815" y="59690"/>
                  </a:lnTo>
                  <a:cubicBezTo>
                    <a:pt x="293370" y="59690"/>
                    <a:pt x="289560" y="60960"/>
                    <a:pt x="287020" y="62865"/>
                  </a:cubicBezTo>
                  <a:cubicBezTo>
                    <a:pt x="284480" y="64770"/>
                    <a:pt x="283210" y="67310"/>
                    <a:pt x="283210" y="70485"/>
                  </a:cubicBezTo>
                  <a:cubicBezTo>
                    <a:pt x="283210" y="73025"/>
                    <a:pt x="283845" y="74930"/>
                    <a:pt x="285750" y="76200"/>
                  </a:cubicBezTo>
                  <a:cubicBezTo>
                    <a:pt x="287020" y="77470"/>
                    <a:pt x="288925" y="78105"/>
                    <a:pt x="292735" y="78105"/>
                  </a:cubicBezTo>
                  <a:close/>
                  <a:moveTo>
                    <a:pt x="309880" y="85725"/>
                  </a:moveTo>
                  <a:cubicBezTo>
                    <a:pt x="309245" y="83820"/>
                    <a:pt x="309245" y="82550"/>
                    <a:pt x="309245" y="81280"/>
                  </a:cubicBezTo>
                  <a:cubicBezTo>
                    <a:pt x="309245" y="80010"/>
                    <a:pt x="309245" y="78740"/>
                    <a:pt x="308610" y="77470"/>
                  </a:cubicBezTo>
                  <a:cubicBezTo>
                    <a:pt x="306705" y="80010"/>
                    <a:pt x="304165" y="82550"/>
                    <a:pt x="300990" y="84455"/>
                  </a:cubicBezTo>
                  <a:cubicBezTo>
                    <a:pt x="297815" y="86360"/>
                    <a:pt x="294640" y="86995"/>
                    <a:pt x="290830" y="86995"/>
                  </a:cubicBezTo>
                  <a:cubicBezTo>
                    <a:pt x="284480" y="86995"/>
                    <a:pt x="280035" y="85725"/>
                    <a:pt x="276860" y="82550"/>
                  </a:cubicBezTo>
                  <a:cubicBezTo>
                    <a:pt x="273685" y="79375"/>
                    <a:pt x="271780" y="75565"/>
                    <a:pt x="271780" y="69850"/>
                  </a:cubicBezTo>
                  <a:cubicBezTo>
                    <a:pt x="271780" y="64135"/>
                    <a:pt x="274320" y="59690"/>
                    <a:pt x="278765" y="56515"/>
                  </a:cubicBezTo>
                  <a:cubicBezTo>
                    <a:pt x="283210" y="53340"/>
                    <a:pt x="289560" y="52070"/>
                    <a:pt x="297815" y="52070"/>
                  </a:cubicBezTo>
                  <a:lnTo>
                    <a:pt x="309245" y="52070"/>
                  </a:lnTo>
                  <a:lnTo>
                    <a:pt x="309245" y="45085"/>
                  </a:lnTo>
                  <a:cubicBezTo>
                    <a:pt x="309245" y="41910"/>
                    <a:pt x="307975" y="38735"/>
                    <a:pt x="306070" y="36830"/>
                  </a:cubicBezTo>
                  <a:cubicBezTo>
                    <a:pt x="304165" y="34925"/>
                    <a:pt x="300990" y="33655"/>
                    <a:pt x="297180" y="33655"/>
                  </a:cubicBezTo>
                  <a:cubicBezTo>
                    <a:pt x="294640" y="33655"/>
                    <a:pt x="292100" y="34290"/>
                    <a:pt x="290195" y="34925"/>
                  </a:cubicBezTo>
                  <a:cubicBezTo>
                    <a:pt x="288290" y="35560"/>
                    <a:pt x="286385" y="36830"/>
                    <a:pt x="285115" y="38100"/>
                  </a:cubicBezTo>
                  <a:lnTo>
                    <a:pt x="283845" y="44450"/>
                  </a:lnTo>
                  <a:lnTo>
                    <a:pt x="275590" y="44450"/>
                  </a:lnTo>
                  <a:lnTo>
                    <a:pt x="275590" y="33020"/>
                  </a:lnTo>
                  <a:cubicBezTo>
                    <a:pt x="278130" y="31115"/>
                    <a:pt x="281305" y="29210"/>
                    <a:pt x="285750" y="27940"/>
                  </a:cubicBezTo>
                  <a:cubicBezTo>
                    <a:pt x="289560" y="26670"/>
                    <a:pt x="294005" y="26035"/>
                    <a:pt x="298450" y="26035"/>
                  </a:cubicBezTo>
                  <a:cubicBezTo>
                    <a:pt x="305435" y="26035"/>
                    <a:pt x="310515" y="27940"/>
                    <a:pt x="314960" y="31115"/>
                  </a:cubicBezTo>
                  <a:cubicBezTo>
                    <a:pt x="319405" y="34290"/>
                    <a:pt x="321310" y="39370"/>
                    <a:pt x="321310" y="45720"/>
                  </a:cubicBezTo>
                  <a:lnTo>
                    <a:pt x="321310" y="74295"/>
                  </a:lnTo>
                  <a:cubicBezTo>
                    <a:pt x="321310" y="74930"/>
                    <a:pt x="321310" y="75565"/>
                    <a:pt x="321310" y="76835"/>
                  </a:cubicBezTo>
                  <a:cubicBezTo>
                    <a:pt x="321310" y="77470"/>
                    <a:pt x="321310" y="78105"/>
                    <a:pt x="321310" y="78740"/>
                  </a:cubicBezTo>
                  <a:lnTo>
                    <a:pt x="325755" y="79375"/>
                  </a:lnTo>
                  <a:lnTo>
                    <a:pt x="325755" y="86360"/>
                  </a:lnTo>
                  <a:lnTo>
                    <a:pt x="309880" y="86360"/>
                  </a:lnTo>
                  <a:close/>
                  <a:moveTo>
                    <a:pt x="217805" y="58420"/>
                  </a:moveTo>
                  <a:cubicBezTo>
                    <a:pt x="217805" y="64135"/>
                    <a:pt x="219075" y="69215"/>
                    <a:pt x="221615" y="73025"/>
                  </a:cubicBezTo>
                  <a:cubicBezTo>
                    <a:pt x="224155" y="76835"/>
                    <a:pt x="227965" y="78740"/>
                    <a:pt x="233045" y="78740"/>
                  </a:cubicBezTo>
                  <a:cubicBezTo>
                    <a:pt x="236220" y="78740"/>
                    <a:pt x="238760" y="78105"/>
                    <a:pt x="241300" y="76200"/>
                  </a:cubicBezTo>
                  <a:cubicBezTo>
                    <a:pt x="243205" y="74930"/>
                    <a:pt x="245110" y="72390"/>
                    <a:pt x="247015" y="69850"/>
                  </a:cubicBezTo>
                  <a:lnTo>
                    <a:pt x="247015" y="42545"/>
                  </a:lnTo>
                  <a:cubicBezTo>
                    <a:pt x="245745" y="40005"/>
                    <a:pt x="243840" y="38100"/>
                    <a:pt x="241300" y="36830"/>
                  </a:cubicBezTo>
                  <a:cubicBezTo>
                    <a:pt x="238760" y="35560"/>
                    <a:pt x="236220" y="34290"/>
                    <a:pt x="233045" y="34290"/>
                  </a:cubicBezTo>
                  <a:cubicBezTo>
                    <a:pt x="227965" y="34290"/>
                    <a:pt x="224155" y="36195"/>
                    <a:pt x="221615" y="40640"/>
                  </a:cubicBezTo>
                  <a:cubicBezTo>
                    <a:pt x="219075" y="45085"/>
                    <a:pt x="217805" y="50800"/>
                    <a:pt x="217805" y="57150"/>
                  </a:cubicBezTo>
                  <a:lnTo>
                    <a:pt x="217805" y="58420"/>
                  </a:lnTo>
                  <a:close/>
                  <a:moveTo>
                    <a:pt x="207010" y="57150"/>
                  </a:moveTo>
                  <a:cubicBezTo>
                    <a:pt x="207010" y="47625"/>
                    <a:pt x="208915" y="40005"/>
                    <a:pt x="213360" y="33655"/>
                  </a:cubicBezTo>
                  <a:cubicBezTo>
                    <a:pt x="217805" y="27940"/>
                    <a:pt x="223520" y="24765"/>
                    <a:pt x="230505" y="24765"/>
                  </a:cubicBezTo>
                  <a:cubicBezTo>
                    <a:pt x="234315" y="24765"/>
                    <a:pt x="237490" y="25400"/>
                    <a:pt x="240665" y="26670"/>
                  </a:cubicBezTo>
                  <a:cubicBezTo>
                    <a:pt x="243205" y="27940"/>
                    <a:pt x="245745" y="30480"/>
                    <a:pt x="247650" y="33020"/>
                  </a:cubicBezTo>
                  <a:lnTo>
                    <a:pt x="248920" y="25400"/>
                  </a:lnTo>
                  <a:lnTo>
                    <a:pt x="257810" y="25400"/>
                  </a:lnTo>
                  <a:lnTo>
                    <a:pt x="257810" y="84455"/>
                  </a:lnTo>
                  <a:cubicBezTo>
                    <a:pt x="257810" y="92075"/>
                    <a:pt x="255905" y="98425"/>
                    <a:pt x="251460" y="102870"/>
                  </a:cubicBezTo>
                  <a:cubicBezTo>
                    <a:pt x="247015" y="107315"/>
                    <a:pt x="241300" y="109220"/>
                    <a:pt x="233045" y="109220"/>
                  </a:cubicBezTo>
                  <a:cubicBezTo>
                    <a:pt x="229870" y="109220"/>
                    <a:pt x="227330" y="108585"/>
                    <a:pt x="223520" y="107950"/>
                  </a:cubicBezTo>
                  <a:cubicBezTo>
                    <a:pt x="220345" y="107315"/>
                    <a:pt x="217170" y="106045"/>
                    <a:pt x="214630" y="104775"/>
                  </a:cubicBezTo>
                  <a:lnTo>
                    <a:pt x="217170" y="96520"/>
                  </a:lnTo>
                  <a:cubicBezTo>
                    <a:pt x="219075" y="97790"/>
                    <a:pt x="221615" y="98425"/>
                    <a:pt x="224155" y="99060"/>
                  </a:cubicBezTo>
                  <a:cubicBezTo>
                    <a:pt x="226695" y="99695"/>
                    <a:pt x="229870" y="100330"/>
                    <a:pt x="232410" y="100330"/>
                  </a:cubicBezTo>
                  <a:cubicBezTo>
                    <a:pt x="237490" y="100330"/>
                    <a:pt x="240665" y="99060"/>
                    <a:pt x="243205" y="96520"/>
                  </a:cubicBezTo>
                  <a:cubicBezTo>
                    <a:pt x="245745" y="93980"/>
                    <a:pt x="246380" y="90170"/>
                    <a:pt x="246380" y="85090"/>
                  </a:cubicBezTo>
                  <a:lnTo>
                    <a:pt x="246380" y="79375"/>
                  </a:lnTo>
                  <a:cubicBezTo>
                    <a:pt x="244475" y="81915"/>
                    <a:pt x="241935" y="83820"/>
                    <a:pt x="239395" y="85090"/>
                  </a:cubicBezTo>
                  <a:cubicBezTo>
                    <a:pt x="236855" y="86360"/>
                    <a:pt x="233680" y="86995"/>
                    <a:pt x="229870" y="86995"/>
                  </a:cubicBezTo>
                  <a:cubicBezTo>
                    <a:pt x="222250" y="86995"/>
                    <a:pt x="216535" y="84455"/>
                    <a:pt x="212725" y="79375"/>
                  </a:cubicBezTo>
                  <a:cubicBezTo>
                    <a:pt x="208280" y="74295"/>
                    <a:pt x="206375" y="67310"/>
                    <a:pt x="206375" y="58420"/>
                  </a:cubicBezTo>
                  <a:lnTo>
                    <a:pt x="206375" y="57150"/>
                  </a:lnTo>
                  <a:close/>
                  <a:moveTo>
                    <a:pt x="133350" y="79375"/>
                  </a:moveTo>
                  <a:lnTo>
                    <a:pt x="142240" y="78105"/>
                  </a:lnTo>
                  <a:lnTo>
                    <a:pt x="142240" y="35560"/>
                  </a:lnTo>
                  <a:lnTo>
                    <a:pt x="133350" y="34290"/>
                  </a:lnTo>
                  <a:lnTo>
                    <a:pt x="133350" y="27305"/>
                  </a:lnTo>
                  <a:lnTo>
                    <a:pt x="151765" y="27305"/>
                  </a:lnTo>
                  <a:lnTo>
                    <a:pt x="152400" y="36195"/>
                  </a:lnTo>
                  <a:cubicBezTo>
                    <a:pt x="154305" y="33020"/>
                    <a:pt x="156845" y="30480"/>
                    <a:pt x="160020" y="28575"/>
                  </a:cubicBezTo>
                  <a:cubicBezTo>
                    <a:pt x="163195" y="26670"/>
                    <a:pt x="166370" y="26035"/>
                    <a:pt x="170180" y="26035"/>
                  </a:cubicBezTo>
                  <a:cubicBezTo>
                    <a:pt x="176530" y="26035"/>
                    <a:pt x="181610" y="27940"/>
                    <a:pt x="184785" y="31750"/>
                  </a:cubicBezTo>
                  <a:cubicBezTo>
                    <a:pt x="188595" y="35560"/>
                    <a:pt x="189865" y="41275"/>
                    <a:pt x="189865" y="48895"/>
                  </a:cubicBezTo>
                  <a:lnTo>
                    <a:pt x="189865" y="78105"/>
                  </a:lnTo>
                  <a:lnTo>
                    <a:pt x="198755" y="79375"/>
                  </a:lnTo>
                  <a:lnTo>
                    <a:pt x="198755" y="86360"/>
                  </a:lnTo>
                  <a:lnTo>
                    <a:pt x="170180" y="86360"/>
                  </a:lnTo>
                  <a:lnTo>
                    <a:pt x="170180" y="79375"/>
                  </a:lnTo>
                  <a:lnTo>
                    <a:pt x="179070" y="78105"/>
                  </a:lnTo>
                  <a:lnTo>
                    <a:pt x="179070" y="48895"/>
                  </a:lnTo>
                  <a:cubicBezTo>
                    <a:pt x="179070" y="43815"/>
                    <a:pt x="177800" y="40005"/>
                    <a:pt x="175895" y="37465"/>
                  </a:cubicBezTo>
                  <a:cubicBezTo>
                    <a:pt x="173990" y="35560"/>
                    <a:pt x="170815" y="34290"/>
                    <a:pt x="166370" y="34290"/>
                  </a:cubicBezTo>
                  <a:cubicBezTo>
                    <a:pt x="163195" y="34290"/>
                    <a:pt x="160655" y="34925"/>
                    <a:pt x="158115" y="36830"/>
                  </a:cubicBezTo>
                  <a:cubicBezTo>
                    <a:pt x="155575" y="38100"/>
                    <a:pt x="153670" y="40640"/>
                    <a:pt x="152400" y="43180"/>
                  </a:cubicBezTo>
                  <a:lnTo>
                    <a:pt x="152400" y="78105"/>
                  </a:lnTo>
                  <a:lnTo>
                    <a:pt x="161290" y="79375"/>
                  </a:lnTo>
                  <a:lnTo>
                    <a:pt x="161290" y="86360"/>
                  </a:lnTo>
                  <a:lnTo>
                    <a:pt x="132715" y="86360"/>
                  </a:lnTo>
                  <a:lnTo>
                    <a:pt x="132715" y="79375"/>
                  </a:lnTo>
                  <a:close/>
                  <a:moveTo>
                    <a:pt x="100330" y="33655"/>
                  </a:moveTo>
                  <a:cubicBezTo>
                    <a:pt x="96520" y="33655"/>
                    <a:pt x="93345" y="34925"/>
                    <a:pt x="90805" y="38100"/>
                  </a:cubicBezTo>
                  <a:cubicBezTo>
                    <a:pt x="88265" y="41275"/>
                    <a:pt x="86360" y="45085"/>
                    <a:pt x="86360" y="49530"/>
                  </a:cubicBezTo>
                  <a:lnTo>
                    <a:pt x="86360" y="49530"/>
                  </a:lnTo>
                  <a:lnTo>
                    <a:pt x="113665" y="49530"/>
                  </a:lnTo>
                  <a:lnTo>
                    <a:pt x="113665" y="48260"/>
                  </a:lnTo>
                  <a:cubicBezTo>
                    <a:pt x="113665" y="43815"/>
                    <a:pt x="112395" y="40640"/>
                    <a:pt x="110490" y="37465"/>
                  </a:cubicBezTo>
                  <a:cubicBezTo>
                    <a:pt x="107950" y="35560"/>
                    <a:pt x="104775" y="33655"/>
                    <a:pt x="100330" y="33655"/>
                  </a:cubicBezTo>
                  <a:close/>
                  <a:moveTo>
                    <a:pt x="101600" y="86995"/>
                  </a:moveTo>
                  <a:cubicBezTo>
                    <a:pt x="93345" y="86995"/>
                    <a:pt x="86995" y="84455"/>
                    <a:pt x="81915" y="78740"/>
                  </a:cubicBezTo>
                  <a:cubicBezTo>
                    <a:pt x="76835" y="73025"/>
                    <a:pt x="74295" y="66040"/>
                    <a:pt x="74295" y="57150"/>
                  </a:cubicBezTo>
                  <a:lnTo>
                    <a:pt x="74295" y="54610"/>
                  </a:lnTo>
                  <a:cubicBezTo>
                    <a:pt x="74295" y="46355"/>
                    <a:pt x="76835" y="39370"/>
                    <a:pt x="81915" y="33655"/>
                  </a:cubicBezTo>
                  <a:cubicBezTo>
                    <a:pt x="86995" y="27940"/>
                    <a:pt x="92710" y="25400"/>
                    <a:pt x="99695" y="25400"/>
                  </a:cubicBezTo>
                  <a:cubicBezTo>
                    <a:pt x="107950" y="25400"/>
                    <a:pt x="113665" y="27940"/>
                    <a:pt x="118110" y="32385"/>
                  </a:cubicBezTo>
                  <a:cubicBezTo>
                    <a:pt x="122555" y="37465"/>
                    <a:pt x="124460" y="43815"/>
                    <a:pt x="124460" y="52070"/>
                  </a:cubicBezTo>
                  <a:lnTo>
                    <a:pt x="124460" y="59055"/>
                  </a:lnTo>
                  <a:lnTo>
                    <a:pt x="85725" y="59055"/>
                  </a:lnTo>
                  <a:lnTo>
                    <a:pt x="85725" y="59055"/>
                  </a:lnTo>
                  <a:cubicBezTo>
                    <a:pt x="85725" y="64770"/>
                    <a:pt x="86995" y="69215"/>
                    <a:pt x="90170" y="73025"/>
                  </a:cubicBezTo>
                  <a:cubicBezTo>
                    <a:pt x="92710" y="76835"/>
                    <a:pt x="97155" y="78740"/>
                    <a:pt x="101600" y="78740"/>
                  </a:cubicBezTo>
                  <a:cubicBezTo>
                    <a:pt x="105410" y="78740"/>
                    <a:pt x="108585" y="78105"/>
                    <a:pt x="111125" y="77470"/>
                  </a:cubicBezTo>
                  <a:cubicBezTo>
                    <a:pt x="113665" y="76200"/>
                    <a:pt x="116205" y="74930"/>
                    <a:pt x="118110" y="73025"/>
                  </a:cubicBezTo>
                  <a:lnTo>
                    <a:pt x="122555" y="80010"/>
                  </a:lnTo>
                  <a:cubicBezTo>
                    <a:pt x="120650" y="81915"/>
                    <a:pt x="117475" y="83820"/>
                    <a:pt x="114300" y="85090"/>
                  </a:cubicBezTo>
                  <a:cubicBezTo>
                    <a:pt x="111125" y="86360"/>
                    <a:pt x="106680" y="86995"/>
                    <a:pt x="101600" y="86995"/>
                  </a:cubicBezTo>
                  <a:close/>
                  <a:moveTo>
                    <a:pt x="836930" y="78105"/>
                  </a:moveTo>
                  <a:cubicBezTo>
                    <a:pt x="840740" y="78105"/>
                    <a:pt x="843915" y="77470"/>
                    <a:pt x="847090" y="75565"/>
                  </a:cubicBezTo>
                  <a:cubicBezTo>
                    <a:pt x="850265" y="73660"/>
                    <a:pt x="852170" y="71755"/>
                    <a:pt x="853440" y="69215"/>
                  </a:cubicBezTo>
                  <a:lnTo>
                    <a:pt x="853440" y="59690"/>
                  </a:lnTo>
                  <a:lnTo>
                    <a:pt x="842010" y="59690"/>
                  </a:lnTo>
                  <a:cubicBezTo>
                    <a:pt x="837565" y="59690"/>
                    <a:pt x="833755" y="60960"/>
                    <a:pt x="831215" y="62865"/>
                  </a:cubicBezTo>
                  <a:cubicBezTo>
                    <a:pt x="828675" y="64770"/>
                    <a:pt x="827405" y="67310"/>
                    <a:pt x="827405" y="70485"/>
                  </a:cubicBezTo>
                  <a:cubicBezTo>
                    <a:pt x="827405" y="73025"/>
                    <a:pt x="828040" y="74930"/>
                    <a:pt x="829945" y="76200"/>
                  </a:cubicBezTo>
                  <a:cubicBezTo>
                    <a:pt x="831215" y="77470"/>
                    <a:pt x="833755" y="78105"/>
                    <a:pt x="836930" y="78105"/>
                  </a:cubicBezTo>
                  <a:close/>
                  <a:moveTo>
                    <a:pt x="854710" y="85725"/>
                  </a:moveTo>
                  <a:cubicBezTo>
                    <a:pt x="854075" y="83820"/>
                    <a:pt x="854075" y="82550"/>
                    <a:pt x="854075" y="81280"/>
                  </a:cubicBezTo>
                  <a:cubicBezTo>
                    <a:pt x="854075" y="80010"/>
                    <a:pt x="854075" y="78740"/>
                    <a:pt x="853440" y="77470"/>
                  </a:cubicBezTo>
                  <a:cubicBezTo>
                    <a:pt x="851535" y="80010"/>
                    <a:pt x="848995" y="82550"/>
                    <a:pt x="845820" y="84455"/>
                  </a:cubicBezTo>
                  <a:cubicBezTo>
                    <a:pt x="842645" y="86360"/>
                    <a:pt x="839470" y="86995"/>
                    <a:pt x="835660" y="86995"/>
                  </a:cubicBezTo>
                  <a:cubicBezTo>
                    <a:pt x="829310" y="86995"/>
                    <a:pt x="824865" y="85725"/>
                    <a:pt x="821690" y="82550"/>
                  </a:cubicBezTo>
                  <a:cubicBezTo>
                    <a:pt x="818515" y="79375"/>
                    <a:pt x="816610" y="75565"/>
                    <a:pt x="816610" y="69850"/>
                  </a:cubicBezTo>
                  <a:cubicBezTo>
                    <a:pt x="816610" y="64135"/>
                    <a:pt x="819150" y="59690"/>
                    <a:pt x="823595" y="56515"/>
                  </a:cubicBezTo>
                  <a:cubicBezTo>
                    <a:pt x="828040" y="53340"/>
                    <a:pt x="834390" y="52070"/>
                    <a:pt x="842645" y="52070"/>
                  </a:cubicBezTo>
                  <a:lnTo>
                    <a:pt x="854075" y="52070"/>
                  </a:lnTo>
                  <a:lnTo>
                    <a:pt x="854075" y="45085"/>
                  </a:lnTo>
                  <a:cubicBezTo>
                    <a:pt x="854075" y="41910"/>
                    <a:pt x="852805" y="38735"/>
                    <a:pt x="850900" y="36830"/>
                  </a:cubicBezTo>
                  <a:cubicBezTo>
                    <a:pt x="848995" y="34925"/>
                    <a:pt x="845820" y="33655"/>
                    <a:pt x="842010" y="33655"/>
                  </a:cubicBezTo>
                  <a:cubicBezTo>
                    <a:pt x="839470" y="33655"/>
                    <a:pt x="836930" y="34290"/>
                    <a:pt x="835025" y="34925"/>
                  </a:cubicBezTo>
                  <a:cubicBezTo>
                    <a:pt x="833120" y="35560"/>
                    <a:pt x="831215" y="36830"/>
                    <a:pt x="829945" y="38100"/>
                  </a:cubicBezTo>
                  <a:lnTo>
                    <a:pt x="828675" y="44450"/>
                  </a:lnTo>
                  <a:lnTo>
                    <a:pt x="820420" y="44450"/>
                  </a:lnTo>
                  <a:lnTo>
                    <a:pt x="820420" y="33020"/>
                  </a:lnTo>
                  <a:cubicBezTo>
                    <a:pt x="822960" y="31115"/>
                    <a:pt x="826135" y="29210"/>
                    <a:pt x="830580" y="27940"/>
                  </a:cubicBezTo>
                  <a:cubicBezTo>
                    <a:pt x="834390" y="26670"/>
                    <a:pt x="838835" y="26035"/>
                    <a:pt x="843280" y="26035"/>
                  </a:cubicBezTo>
                  <a:cubicBezTo>
                    <a:pt x="850265" y="26035"/>
                    <a:pt x="855345" y="27940"/>
                    <a:pt x="859790" y="31115"/>
                  </a:cubicBezTo>
                  <a:cubicBezTo>
                    <a:pt x="864235" y="34290"/>
                    <a:pt x="866140" y="39370"/>
                    <a:pt x="866140" y="45720"/>
                  </a:cubicBezTo>
                  <a:lnTo>
                    <a:pt x="866140" y="74295"/>
                  </a:lnTo>
                  <a:cubicBezTo>
                    <a:pt x="866140" y="74930"/>
                    <a:pt x="866140" y="75565"/>
                    <a:pt x="866140" y="76835"/>
                  </a:cubicBezTo>
                  <a:cubicBezTo>
                    <a:pt x="866140" y="77470"/>
                    <a:pt x="866140" y="78105"/>
                    <a:pt x="866140" y="78740"/>
                  </a:cubicBezTo>
                  <a:lnTo>
                    <a:pt x="870585" y="79375"/>
                  </a:lnTo>
                  <a:lnTo>
                    <a:pt x="870585" y="86360"/>
                  </a:lnTo>
                  <a:lnTo>
                    <a:pt x="854710" y="86360"/>
                  </a:lnTo>
                  <a:close/>
                  <a:moveTo>
                    <a:pt x="798195" y="11430"/>
                  </a:moveTo>
                  <a:lnTo>
                    <a:pt x="787400" y="11430"/>
                  </a:lnTo>
                  <a:lnTo>
                    <a:pt x="787400" y="635"/>
                  </a:lnTo>
                  <a:lnTo>
                    <a:pt x="798195" y="635"/>
                  </a:lnTo>
                  <a:lnTo>
                    <a:pt x="798195" y="11430"/>
                  </a:lnTo>
                  <a:close/>
                  <a:moveTo>
                    <a:pt x="778510" y="79375"/>
                  </a:moveTo>
                  <a:lnTo>
                    <a:pt x="787400" y="78105"/>
                  </a:lnTo>
                  <a:lnTo>
                    <a:pt x="787400" y="35560"/>
                  </a:lnTo>
                  <a:lnTo>
                    <a:pt x="778510" y="34290"/>
                  </a:lnTo>
                  <a:lnTo>
                    <a:pt x="778510" y="27305"/>
                  </a:lnTo>
                  <a:lnTo>
                    <a:pt x="798195" y="27305"/>
                  </a:lnTo>
                  <a:lnTo>
                    <a:pt x="798195" y="78105"/>
                  </a:lnTo>
                  <a:lnTo>
                    <a:pt x="807085" y="79375"/>
                  </a:lnTo>
                  <a:lnTo>
                    <a:pt x="807085" y="86360"/>
                  </a:lnTo>
                  <a:lnTo>
                    <a:pt x="778510" y="86360"/>
                  </a:lnTo>
                  <a:lnTo>
                    <a:pt x="778510" y="79375"/>
                  </a:lnTo>
                  <a:close/>
                  <a:moveTo>
                    <a:pt x="721995" y="58420"/>
                  </a:moveTo>
                  <a:cubicBezTo>
                    <a:pt x="721995" y="64135"/>
                    <a:pt x="723265" y="69215"/>
                    <a:pt x="725805" y="73025"/>
                  </a:cubicBezTo>
                  <a:cubicBezTo>
                    <a:pt x="728345" y="76835"/>
                    <a:pt x="732155" y="78740"/>
                    <a:pt x="737235" y="78740"/>
                  </a:cubicBezTo>
                  <a:cubicBezTo>
                    <a:pt x="740410" y="78740"/>
                    <a:pt x="742950" y="78105"/>
                    <a:pt x="745490" y="76835"/>
                  </a:cubicBezTo>
                  <a:cubicBezTo>
                    <a:pt x="747395" y="75565"/>
                    <a:pt x="749300" y="73025"/>
                    <a:pt x="751205" y="70485"/>
                  </a:cubicBezTo>
                  <a:lnTo>
                    <a:pt x="751205" y="42545"/>
                  </a:lnTo>
                  <a:cubicBezTo>
                    <a:pt x="749935" y="40005"/>
                    <a:pt x="748030" y="38100"/>
                    <a:pt x="745490" y="36830"/>
                  </a:cubicBezTo>
                  <a:cubicBezTo>
                    <a:pt x="742950" y="35560"/>
                    <a:pt x="740410" y="34925"/>
                    <a:pt x="737235" y="34925"/>
                  </a:cubicBezTo>
                  <a:cubicBezTo>
                    <a:pt x="732155" y="34925"/>
                    <a:pt x="728345" y="36830"/>
                    <a:pt x="725805" y="41275"/>
                  </a:cubicBezTo>
                  <a:cubicBezTo>
                    <a:pt x="723265" y="45720"/>
                    <a:pt x="721995" y="51435"/>
                    <a:pt x="721995" y="57785"/>
                  </a:cubicBezTo>
                  <a:lnTo>
                    <a:pt x="721995" y="58420"/>
                  </a:lnTo>
                  <a:close/>
                  <a:moveTo>
                    <a:pt x="751205" y="78740"/>
                  </a:moveTo>
                  <a:cubicBezTo>
                    <a:pt x="749300" y="81280"/>
                    <a:pt x="746760" y="83820"/>
                    <a:pt x="744220" y="85090"/>
                  </a:cubicBezTo>
                  <a:cubicBezTo>
                    <a:pt x="741680" y="86360"/>
                    <a:pt x="737870" y="86995"/>
                    <a:pt x="734695" y="86995"/>
                  </a:cubicBezTo>
                  <a:cubicBezTo>
                    <a:pt x="727710" y="86995"/>
                    <a:pt x="721995" y="84455"/>
                    <a:pt x="717550" y="79375"/>
                  </a:cubicBezTo>
                  <a:cubicBezTo>
                    <a:pt x="713740" y="74295"/>
                    <a:pt x="711200" y="67310"/>
                    <a:pt x="711200" y="58420"/>
                  </a:cubicBezTo>
                  <a:lnTo>
                    <a:pt x="711200" y="57150"/>
                  </a:lnTo>
                  <a:cubicBezTo>
                    <a:pt x="711200" y="47625"/>
                    <a:pt x="713105" y="40005"/>
                    <a:pt x="717550" y="33655"/>
                  </a:cubicBezTo>
                  <a:cubicBezTo>
                    <a:pt x="721360" y="27940"/>
                    <a:pt x="727075" y="24765"/>
                    <a:pt x="734695" y="24765"/>
                  </a:cubicBezTo>
                  <a:cubicBezTo>
                    <a:pt x="738505" y="24765"/>
                    <a:pt x="741045" y="25400"/>
                    <a:pt x="744220" y="26670"/>
                  </a:cubicBezTo>
                  <a:cubicBezTo>
                    <a:pt x="746760" y="27940"/>
                    <a:pt x="749300" y="29845"/>
                    <a:pt x="751205" y="32385"/>
                  </a:cubicBezTo>
                  <a:lnTo>
                    <a:pt x="751205" y="8255"/>
                  </a:lnTo>
                  <a:lnTo>
                    <a:pt x="742315" y="6985"/>
                  </a:lnTo>
                  <a:lnTo>
                    <a:pt x="742315" y="0"/>
                  </a:lnTo>
                  <a:lnTo>
                    <a:pt x="751205" y="0"/>
                  </a:lnTo>
                  <a:lnTo>
                    <a:pt x="762000" y="0"/>
                  </a:lnTo>
                  <a:lnTo>
                    <a:pt x="762000" y="77470"/>
                  </a:lnTo>
                  <a:lnTo>
                    <a:pt x="770890" y="78740"/>
                  </a:lnTo>
                  <a:lnTo>
                    <a:pt x="770890" y="85725"/>
                  </a:lnTo>
                  <a:lnTo>
                    <a:pt x="752475" y="85725"/>
                  </a:lnTo>
                  <a:lnTo>
                    <a:pt x="751205" y="78740"/>
                  </a:lnTo>
                  <a:close/>
                  <a:moveTo>
                    <a:pt x="637540" y="79375"/>
                  </a:moveTo>
                  <a:lnTo>
                    <a:pt x="646430" y="78105"/>
                  </a:lnTo>
                  <a:lnTo>
                    <a:pt x="646430" y="35560"/>
                  </a:lnTo>
                  <a:lnTo>
                    <a:pt x="637540" y="34290"/>
                  </a:lnTo>
                  <a:lnTo>
                    <a:pt x="637540" y="27305"/>
                  </a:lnTo>
                  <a:lnTo>
                    <a:pt x="655955" y="27305"/>
                  </a:lnTo>
                  <a:lnTo>
                    <a:pt x="656590" y="36195"/>
                  </a:lnTo>
                  <a:cubicBezTo>
                    <a:pt x="658495" y="33020"/>
                    <a:pt x="661035" y="30480"/>
                    <a:pt x="664210" y="28575"/>
                  </a:cubicBezTo>
                  <a:cubicBezTo>
                    <a:pt x="667385" y="26670"/>
                    <a:pt x="670560" y="26035"/>
                    <a:pt x="674370" y="26035"/>
                  </a:cubicBezTo>
                  <a:cubicBezTo>
                    <a:pt x="680720" y="26035"/>
                    <a:pt x="685800" y="27940"/>
                    <a:pt x="688975" y="31750"/>
                  </a:cubicBezTo>
                  <a:cubicBezTo>
                    <a:pt x="692785" y="35560"/>
                    <a:pt x="694055" y="41275"/>
                    <a:pt x="694055" y="48895"/>
                  </a:cubicBezTo>
                  <a:lnTo>
                    <a:pt x="694055" y="78105"/>
                  </a:lnTo>
                  <a:lnTo>
                    <a:pt x="702945" y="79375"/>
                  </a:lnTo>
                  <a:lnTo>
                    <a:pt x="702945" y="86360"/>
                  </a:lnTo>
                  <a:lnTo>
                    <a:pt x="674370" y="86360"/>
                  </a:lnTo>
                  <a:lnTo>
                    <a:pt x="674370" y="79375"/>
                  </a:lnTo>
                  <a:lnTo>
                    <a:pt x="683260" y="78105"/>
                  </a:lnTo>
                  <a:lnTo>
                    <a:pt x="683260" y="48895"/>
                  </a:lnTo>
                  <a:cubicBezTo>
                    <a:pt x="683260" y="43815"/>
                    <a:pt x="681990" y="40005"/>
                    <a:pt x="680085" y="37465"/>
                  </a:cubicBezTo>
                  <a:cubicBezTo>
                    <a:pt x="678180" y="35560"/>
                    <a:pt x="675005" y="34290"/>
                    <a:pt x="670560" y="34290"/>
                  </a:cubicBezTo>
                  <a:cubicBezTo>
                    <a:pt x="667385" y="34290"/>
                    <a:pt x="664845" y="34925"/>
                    <a:pt x="662305" y="36830"/>
                  </a:cubicBezTo>
                  <a:cubicBezTo>
                    <a:pt x="659765" y="38100"/>
                    <a:pt x="657860" y="40640"/>
                    <a:pt x="656590" y="43180"/>
                  </a:cubicBezTo>
                  <a:lnTo>
                    <a:pt x="656590" y="78105"/>
                  </a:lnTo>
                  <a:lnTo>
                    <a:pt x="665480" y="79375"/>
                  </a:lnTo>
                  <a:lnTo>
                    <a:pt x="665480" y="86360"/>
                  </a:lnTo>
                  <a:lnTo>
                    <a:pt x="636905" y="86360"/>
                  </a:lnTo>
                  <a:lnTo>
                    <a:pt x="636905" y="79375"/>
                  </a:lnTo>
                  <a:close/>
                  <a:moveTo>
                    <a:pt x="601345" y="12700"/>
                  </a:moveTo>
                  <a:lnTo>
                    <a:pt x="601345" y="5715"/>
                  </a:lnTo>
                  <a:lnTo>
                    <a:pt x="629920" y="5715"/>
                  </a:lnTo>
                  <a:lnTo>
                    <a:pt x="629920" y="12700"/>
                  </a:lnTo>
                  <a:lnTo>
                    <a:pt x="621030" y="13970"/>
                  </a:lnTo>
                  <a:lnTo>
                    <a:pt x="621030" y="76835"/>
                  </a:lnTo>
                  <a:lnTo>
                    <a:pt x="629920" y="78105"/>
                  </a:lnTo>
                  <a:lnTo>
                    <a:pt x="629920" y="85090"/>
                  </a:lnTo>
                  <a:lnTo>
                    <a:pt x="601345" y="85090"/>
                  </a:lnTo>
                  <a:lnTo>
                    <a:pt x="601345" y="78105"/>
                  </a:lnTo>
                  <a:lnTo>
                    <a:pt x="610235" y="76835"/>
                  </a:lnTo>
                  <a:lnTo>
                    <a:pt x="610235" y="13970"/>
                  </a:lnTo>
                  <a:lnTo>
                    <a:pt x="601345" y="12700"/>
                  </a:lnTo>
                  <a:close/>
                  <a:moveTo>
                    <a:pt x="564515" y="81915"/>
                  </a:moveTo>
                  <a:cubicBezTo>
                    <a:pt x="564515" y="85725"/>
                    <a:pt x="563880" y="89535"/>
                    <a:pt x="561975" y="93345"/>
                  </a:cubicBezTo>
                  <a:cubicBezTo>
                    <a:pt x="560070" y="97155"/>
                    <a:pt x="557530" y="100330"/>
                    <a:pt x="554990" y="102870"/>
                  </a:cubicBezTo>
                  <a:lnTo>
                    <a:pt x="548640" y="99060"/>
                  </a:lnTo>
                  <a:cubicBezTo>
                    <a:pt x="550545" y="96520"/>
                    <a:pt x="551815" y="93980"/>
                    <a:pt x="552450" y="90805"/>
                  </a:cubicBezTo>
                  <a:cubicBezTo>
                    <a:pt x="553085" y="88265"/>
                    <a:pt x="553720" y="85090"/>
                    <a:pt x="553720" y="81915"/>
                  </a:cubicBezTo>
                  <a:lnTo>
                    <a:pt x="553720" y="73660"/>
                  </a:lnTo>
                  <a:lnTo>
                    <a:pt x="564515" y="73660"/>
                  </a:lnTo>
                  <a:lnTo>
                    <a:pt x="564515" y="81915"/>
                  </a:lnTo>
                  <a:close/>
                  <a:moveTo>
                    <a:pt x="19685" y="40005"/>
                  </a:moveTo>
                  <a:lnTo>
                    <a:pt x="38100" y="40005"/>
                  </a:lnTo>
                  <a:cubicBezTo>
                    <a:pt x="41910" y="40005"/>
                    <a:pt x="45085" y="38735"/>
                    <a:pt x="47625" y="36830"/>
                  </a:cubicBezTo>
                  <a:cubicBezTo>
                    <a:pt x="50165" y="34925"/>
                    <a:pt x="51435" y="31750"/>
                    <a:pt x="51435" y="27940"/>
                  </a:cubicBezTo>
                  <a:cubicBezTo>
                    <a:pt x="51435" y="23495"/>
                    <a:pt x="50165" y="20320"/>
                    <a:pt x="47625" y="18415"/>
                  </a:cubicBezTo>
                  <a:cubicBezTo>
                    <a:pt x="45085" y="16510"/>
                    <a:pt x="41275" y="15240"/>
                    <a:pt x="35560" y="15240"/>
                  </a:cubicBezTo>
                  <a:lnTo>
                    <a:pt x="20320" y="15240"/>
                  </a:lnTo>
                  <a:lnTo>
                    <a:pt x="20320" y="40005"/>
                  </a:lnTo>
                  <a:close/>
                  <a:moveTo>
                    <a:pt x="19685" y="48260"/>
                  </a:moveTo>
                  <a:lnTo>
                    <a:pt x="19685" y="77470"/>
                  </a:lnTo>
                  <a:lnTo>
                    <a:pt x="38100" y="77470"/>
                  </a:lnTo>
                  <a:cubicBezTo>
                    <a:pt x="43180" y="77470"/>
                    <a:pt x="46990" y="76200"/>
                    <a:pt x="49530" y="73660"/>
                  </a:cubicBezTo>
                  <a:cubicBezTo>
                    <a:pt x="52070" y="71120"/>
                    <a:pt x="53340" y="67945"/>
                    <a:pt x="53340" y="63500"/>
                  </a:cubicBezTo>
                  <a:cubicBezTo>
                    <a:pt x="53340" y="59055"/>
                    <a:pt x="52070" y="55245"/>
                    <a:pt x="50165" y="52705"/>
                  </a:cubicBezTo>
                  <a:cubicBezTo>
                    <a:pt x="47625" y="50165"/>
                    <a:pt x="44450" y="48895"/>
                    <a:pt x="39370" y="48895"/>
                  </a:cubicBezTo>
                  <a:lnTo>
                    <a:pt x="19685" y="48895"/>
                  </a:lnTo>
                  <a:close/>
                  <a:moveTo>
                    <a:pt x="34925" y="5715"/>
                  </a:moveTo>
                  <a:cubicBezTo>
                    <a:pt x="43180" y="5715"/>
                    <a:pt x="49530" y="7620"/>
                    <a:pt x="54610" y="11430"/>
                  </a:cubicBezTo>
                  <a:cubicBezTo>
                    <a:pt x="59055" y="15240"/>
                    <a:pt x="61595" y="20320"/>
                    <a:pt x="61595" y="27940"/>
                  </a:cubicBezTo>
                  <a:cubicBezTo>
                    <a:pt x="61595" y="31750"/>
                    <a:pt x="60325" y="34925"/>
                    <a:pt x="58420" y="37465"/>
                  </a:cubicBezTo>
                  <a:cubicBezTo>
                    <a:pt x="55880" y="40005"/>
                    <a:pt x="53340" y="42545"/>
                    <a:pt x="49530" y="43815"/>
                  </a:cubicBezTo>
                  <a:cubicBezTo>
                    <a:pt x="54610" y="45085"/>
                    <a:pt x="58420" y="46990"/>
                    <a:pt x="60960" y="50800"/>
                  </a:cubicBezTo>
                  <a:cubicBezTo>
                    <a:pt x="63500" y="54610"/>
                    <a:pt x="65405" y="59055"/>
                    <a:pt x="65405" y="63500"/>
                  </a:cubicBezTo>
                  <a:cubicBezTo>
                    <a:pt x="65405" y="71120"/>
                    <a:pt x="62865" y="76200"/>
                    <a:pt x="58420" y="80010"/>
                  </a:cubicBezTo>
                  <a:cubicBezTo>
                    <a:pt x="53340" y="83820"/>
                    <a:pt x="46990" y="85725"/>
                    <a:pt x="38735" y="85725"/>
                  </a:cubicBezTo>
                  <a:lnTo>
                    <a:pt x="0" y="85725"/>
                  </a:lnTo>
                  <a:lnTo>
                    <a:pt x="0" y="78740"/>
                  </a:lnTo>
                  <a:lnTo>
                    <a:pt x="8890" y="77470"/>
                  </a:lnTo>
                  <a:lnTo>
                    <a:pt x="8890" y="14605"/>
                  </a:lnTo>
                  <a:lnTo>
                    <a:pt x="0" y="13335"/>
                  </a:lnTo>
                  <a:lnTo>
                    <a:pt x="0" y="6350"/>
                  </a:lnTo>
                  <a:lnTo>
                    <a:pt x="8890" y="6350"/>
                  </a:lnTo>
                  <a:lnTo>
                    <a:pt x="34925" y="635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668A649-5881-FFBB-5635-682F626881C1}"/>
                </a:ext>
              </a:extLst>
            </p:cNvPr>
            <p:cNvSpPr/>
            <p:nvPr/>
          </p:nvSpPr>
          <p:spPr>
            <a:xfrm>
              <a:off x="9177655" y="452119"/>
              <a:ext cx="205104" cy="179070"/>
            </a:xfrm>
            <a:custGeom>
              <a:avLst/>
              <a:gdLst>
                <a:gd name="connsiteX0" fmla="*/ 0 w 205104"/>
                <a:gd name="connsiteY0" fmla="*/ 89535 h 179070"/>
                <a:gd name="connsiteX1" fmla="*/ 89535 w 205104"/>
                <a:gd name="connsiteY1" fmla="*/ 179070 h 179070"/>
                <a:gd name="connsiteX2" fmla="*/ 205105 w 205104"/>
                <a:gd name="connsiteY2" fmla="*/ 64135 h 179070"/>
                <a:gd name="connsiteX3" fmla="*/ 179070 w 205104"/>
                <a:gd name="connsiteY3" fmla="*/ 38100 h 179070"/>
                <a:gd name="connsiteX4" fmla="*/ 89535 w 205104"/>
                <a:gd name="connsiteY4" fmla="*/ 127635 h 179070"/>
                <a:gd name="connsiteX5" fmla="*/ 51435 w 205104"/>
                <a:gd name="connsiteY5" fmla="*/ 89535 h 179070"/>
                <a:gd name="connsiteX6" fmla="*/ 89535 w 205104"/>
                <a:gd name="connsiteY6" fmla="*/ 50800 h 179070"/>
                <a:gd name="connsiteX7" fmla="*/ 114935 w 205104"/>
                <a:gd name="connsiteY7" fmla="*/ 76835 h 179070"/>
                <a:gd name="connsiteX8" fmla="*/ 140970 w 205104"/>
                <a:gd name="connsiteY8" fmla="*/ 50800 h 179070"/>
                <a:gd name="connsiteX9" fmla="*/ 89535 w 205104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04" h="179070">
                  <a:moveTo>
                    <a:pt x="0" y="89535"/>
                  </a:moveTo>
                  <a:lnTo>
                    <a:pt x="89535" y="179070"/>
                  </a:lnTo>
                  <a:lnTo>
                    <a:pt x="205105" y="64135"/>
                  </a:lnTo>
                  <a:lnTo>
                    <a:pt x="179070" y="38100"/>
                  </a:lnTo>
                  <a:lnTo>
                    <a:pt x="89535" y="127635"/>
                  </a:lnTo>
                  <a:lnTo>
                    <a:pt x="51435" y="89535"/>
                  </a:lnTo>
                  <a:lnTo>
                    <a:pt x="89535" y="50800"/>
                  </a:lnTo>
                  <a:lnTo>
                    <a:pt x="114935" y="76835"/>
                  </a:lnTo>
                  <a:lnTo>
                    <a:pt x="140970" y="5080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7F72253-52B9-3DB4-F832-6203D06381C7}"/>
                </a:ext>
              </a:extLst>
            </p:cNvPr>
            <p:cNvSpPr/>
            <p:nvPr/>
          </p:nvSpPr>
          <p:spPr>
            <a:xfrm>
              <a:off x="9536430" y="452119"/>
              <a:ext cx="204469" cy="179070"/>
            </a:xfrm>
            <a:custGeom>
              <a:avLst/>
              <a:gdLst>
                <a:gd name="connsiteX0" fmla="*/ 204470 w 204469"/>
                <a:gd name="connsiteY0" fmla="*/ 89535 h 179070"/>
                <a:gd name="connsiteX1" fmla="*/ 114935 w 204469"/>
                <a:gd name="connsiteY1" fmla="*/ 179070 h 179070"/>
                <a:gd name="connsiteX2" fmla="*/ 63500 w 204469"/>
                <a:gd name="connsiteY2" fmla="*/ 128270 h 179070"/>
                <a:gd name="connsiteX3" fmla="*/ 89535 w 204469"/>
                <a:gd name="connsiteY3" fmla="*/ 102235 h 179070"/>
                <a:gd name="connsiteX4" fmla="*/ 114935 w 204469"/>
                <a:gd name="connsiteY4" fmla="*/ 128270 h 179070"/>
                <a:gd name="connsiteX5" fmla="*/ 153670 w 204469"/>
                <a:gd name="connsiteY5" fmla="*/ 89535 h 179070"/>
                <a:gd name="connsiteX6" fmla="*/ 114935 w 204469"/>
                <a:gd name="connsiteY6" fmla="*/ 50800 h 179070"/>
                <a:gd name="connsiteX7" fmla="*/ 25400 w 204469"/>
                <a:gd name="connsiteY7" fmla="*/ 140970 h 179070"/>
                <a:gd name="connsiteX8" fmla="*/ 0 w 204469"/>
                <a:gd name="connsiteY8" fmla="*/ 114935 h 179070"/>
                <a:gd name="connsiteX9" fmla="*/ 114935 w 204469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469" h="179070">
                  <a:moveTo>
                    <a:pt x="204470" y="89535"/>
                  </a:moveTo>
                  <a:lnTo>
                    <a:pt x="114935" y="179070"/>
                  </a:lnTo>
                  <a:lnTo>
                    <a:pt x="63500" y="128270"/>
                  </a:lnTo>
                  <a:lnTo>
                    <a:pt x="89535" y="102235"/>
                  </a:lnTo>
                  <a:lnTo>
                    <a:pt x="114935" y="128270"/>
                  </a:lnTo>
                  <a:lnTo>
                    <a:pt x="153670" y="89535"/>
                  </a:lnTo>
                  <a:lnTo>
                    <a:pt x="114935" y="50800"/>
                  </a:lnTo>
                  <a:lnTo>
                    <a:pt x="25400" y="140970"/>
                  </a:lnTo>
                  <a:lnTo>
                    <a:pt x="0" y="1149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71E860-5E78-3790-9FEE-CFC7CFE6116C}"/>
                </a:ext>
              </a:extLst>
            </p:cNvPr>
            <p:cNvSpPr/>
            <p:nvPr/>
          </p:nvSpPr>
          <p:spPr>
            <a:xfrm>
              <a:off x="9305925" y="323850"/>
              <a:ext cx="140334" cy="205105"/>
            </a:xfrm>
            <a:custGeom>
              <a:avLst/>
              <a:gdLst>
                <a:gd name="connsiteX0" fmla="*/ 0 w 140334"/>
                <a:gd name="connsiteY0" fmla="*/ 89535 h 205105"/>
                <a:gd name="connsiteX1" fmla="*/ 89535 w 140334"/>
                <a:gd name="connsiteY1" fmla="*/ 0 h 205105"/>
                <a:gd name="connsiteX2" fmla="*/ 140335 w 140334"/>
                <a:gd name="connsiteY2" fmla="*/ 51435 h 205105"/>
                <a:gd name="connsiteX3" fmla="*/ 114935 w 140334"/>
                <a:gd name="connsiteY3" fmla="*/ 76835 h 205105"/>
                <a:gd name="connsiteX4" fmla="*/ 89535 w 140334"/>
                <a:gd name="connsiteY4" fmla="*/ 51435 h 205105"/>
                <a:gd name="connsiteX5" fmla="*/ 50800 w 140334"/>
                <a:gd name="connsiteY5" fmla="*/ 89535 h 205105"/>
                <a:gd name="connsiteX6" fmla="*/ 140335 w 140334"/>
                <a:gd name="connsiteY6" fmla="*/ 179070 h 205105"/>
                <a:gd name="connsiteX7" fmla="*/ 114935 w 140334"/>
                <a:gd name="connsiteY7" fmla="*/ 205105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34" h="205105">
                  <a:moveTo>
                    <a:pt x="0" y="89535"/>
                  </a:moveTo>
                  <a:lnTo>
                    <a:pt x="89535" y="0"/>
                  </a:lnTo>
                  <a:lnTo>
                    <a:pt x="140335" y="51435"/>
                  </a:lnTo>
                  <a:lnTo>
                    <a:pt x="114935" y="76835"/>
                  </a:lnTo>
                  <a:lnTo>
                    <a:pt x="89535" y="51435"/>
                  </a:lnTo>
                  <a:lnTo>
                    <a:pt x="50800" y="89535"/>
                  </a:lnTo>
                  <a:lnTo>
                    <a:pt x="140335" y="179070"/>
                  </a:lnTo>
                  <a:lnTo>
                    <a:pt x="114935" y="20510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395FECB-E72C-A99E-B938-5FEE354325F5}"/>
                </a:ext>
              </a:extLst>
            </p:cNvPr>
            <p:cNvSpPr/>
            <p:nvPr/>
          </p:nvSpPr>
          <p:spPr>
            <a:xfrm>
              <a:off x="9472294" y="554355"/>
              <a:ext cx="140970" cy="205104"/>
            </a:xfrm>
            <a:custGeom>
              <a:avLst/>
              <a:gdLst>
                <a:gd name="connsiteX0" fmla="*/ 140970 w 140970"/>
                <a:gd name="connsiteY0" fmla="*/ 115570 h 205104"/>
                <a:gd name="connsiteX1" fmla="*/ 50800 w 140970"/>
                <a:gd name="connsiteY1" fmla="*/ 205105 h 205104"/>
                <a:gd name="connsiteX2" fmla="*/ 0 w 140970"/>
                <a:gd name="connsiteY2" fmla="*/ 153670 h 205104"/>
                <a:gd name="connsiteX3" fmla="*/ 25400 w 140970"/>
                <a:gd name="connsiteY3" fmla="*/ 128270 h 205104"/>
                <a:gd name="connsiteX4" fmla="*/ 50800 w 140970"/>
                <a:gd name="connsiteY4" fmla="*/ 153670 h 205104"/>
                <a:gd name="connsiteX5" fmla="*/ 89536 w 140970"/>
                <a:gd name="connsiteY5" fmla="*/ 115570 h 205104"/>
                <a:gd name="connsiteX6" fmla="*/ 0 w 140970"/>
                <a:gd name="connsiteY6" fmla="*/ 25400 h 205104"/>
                <a:gd name="connsiteX7" fmla="*/ 25400 w 140970"/>
                <a:gd name="connsiteY7" fmla="*/ 0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970" h="205104">
                  <a:moveTo>
                    <a:pt x="140970" y="115570"/>
                  </a:moveTo>
                  <a:lnTo>
                    <a:pt x="50800" y="205105"/>
                  </a:lnTo>
                  <a:lnTo>
                    <a:pt x="0" y="153670"/>
                  </a:lnTo>
                  <a:lnTo>
                    <a:pt x="25400" y="128270"/>
                  </a:lnTo>
                  <a:lnTo>
                    <a:pt x="50800" y="153670"/>
                  </a:lnTo>
                  <a:lnTo>
                    <a:pt x="89536" y="115570"/>
                  </a:lnTo>
                  <a:lnTo>
                    <a:pt x="0" y="25400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B2276DF-784B-BC7E-6792-514C9B202683}"/>
                </a:ext>
              </a:extLst>
            </p:cNvPr>
            <p:cNvSpPr/>
            <p:nvPr/>
          </p:nvSpPr>
          <p:spPr>
            <a:xfrm>
              <a:off x="9408159" y="323850"/>
              <a:ext cx="205105" cy="205105"/>
            </a:xfrm>
            <a:custGeom>
              <a:avLst/>
              <a:gdLst>
                <a:gd name="connsiteX0" fmla="*/ 0 w 205105"/>
                <a:gd name="connsiteY0" fmla="*/ 114935 h 205105"/>
                <a:gd name="connsiteX1" fmla="*/ 25400 w 205105"/>
                <a:gd name="connsiteY1" fmla="*/ 140970 h 205105"/>
                <a:gd name="connsiteX2" fmla="*/ 51435 w 205105"/>
                <a:gd name="connsiteY2" fmla="*/ 114935 h 205105"/>
                <a:gd name="connsiteX3" fmla="*/ 140970 w 205105"/>
                <a:gd name="connsiteY3" fmla="*/ 205105 h 205105"/>
                <a:gd name="connsiteX4" fmla="*/ 166370 w 205105"/>
                <a:gd name="connsiteY4" fmla="*/ 179070 h 205105"/>
                <a:gd name="connsiteX5" fmla="*/ 76835 w 205105"/>
                <a:gd name="connsiteY5" fmla="*/ 89535 h 205105"/>
                <a:gd name="connsiteX6" fmla="*/ 114935 w 205105"/>
                <a:gd name="connsiteY6" fmla="*/ 51435 h 205105"/>
                <a:gd name="connsiteX7" fmla="*/ 153670 w 205105"/>
                <a:gd name="connsiteY7" fmla="*/ 89535 h 205105"/>
                <a:gd name="connsiteX8" fmla="*/ 128270 w 205105"/>
                <a:gd name="connsiteY8" fmla="*/ 114935 h 205105"/>
                <a:gd name="connsiteX9" fmla="*/ 153670 w 205105"/>
                <a:gd name="connsiteY9" fmla="*/ 140970 h 205105"/>
                <a:gd name="connsiteX10" fmla="*/ 205105 w 205105"/>
                <a:gd name="connsiteY10" fmla="*/ 89535 h 205105"/>
                <a:gd name="connsiteX11" fmla="*/ 114935 w 205105"/>
                <a:gd name="connsiteY11" fmla="*/ 0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05" h="205105">
                  <a:moveTo>
                    <a:pt x="0" y="114935"/>
                  </a:moveTo>
                  <a:lnTo>
                    <a:pt x="25400" y="140970"/>
                  </a:lnTo>
                  <a:lnTo>
                    <a:pt x="51435" y="114935"/>
                  </a:lnTo>
                  <a:lnTo>
                    <a:pt x="140970" y="205105"/>
                  </a:lnTo>
                  <a:lnTo>
                    <a:pt x="166370" y="179070"/>
                  </a:lnTo>
                  <a:lnTo>
                    <a:pt x="76835" y="89535"/>
                  </a:lnTo>
                  <a:lnTo>
                    <a:pt x="114935" y="51435"/>
                  </a:lnTo>
                  <a:lnTo>
                    <a:pt x="153670" y="89535"/>
                  </a:lnTo>
                  <a:lnTo>
                    <a:pt x="128270" y="114935"/>
                  </a:lnTo>
                  <a:lnTo>
                    <a:pt x="153670" y="140970"/>
                  </a:lnTo>
                  <a:lnTo>
                    <a:pt x="205105" y="895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A39B7D2-2E38-138A-6BED-7759B53C9E27}"/>
                </a:ext>
              </a:extLst>
            </p:cNvPr>
            <p:cNvSpPr/>
            <p:nvPr/>
          </p:nvSpPr>
          <p:spPr>
            <a:xfrm>
              <a:off x="9305925" y="554355"/>
              <a:ext cx="204469" cy="205104"/>
            </a:xfrm>
            <a:custGeom>
              <a:avLst/>
              <a:gdLst>
                <a:gd name="connsiteX0" fmla="*/ 153670 w 204469"/>
                <a:gd name="connsiteY0" fmla="*/ 89535 h 205104"/>
                <a:gd name="connsiteX1" fmla="*/ 63500 w 204469"/>
                <a:gd name="connsiteY1" fmla="*/ 0 h 205104"/>
                <a:gd name="connsiteX2" fmla="*/ 38100 w 204469"/>
                <a:gd name="connsiteY2" fmla="*/ 25400 h 205104"/>
                <a:gd name="connsiteX3" fmla="*/ 127635 w 204469"/>
                <a:gd name="connsiteY3" fmla="*/ 115570 h 205104"/>
                <a:gd name="connsiteX4" fmla="*/ 89535 w 204469"/>
                <a:gd name="connsiteY4" fmla="*/ 153670 h 205104"/>
                <a:gd name="connsiteX5" fmla="*/ 50800 w 204469"/>
                <a:gd name="connsiteY5" fmla="*/ 115570 h 205104"/>
                <a:gd name="connsiteX6" fmla="*/ 76835 w 204469"/>
                <a:gd name="connsiteY6" fmla="*/ 89535 h 205104"/>
                <a:gd name="connsiteX7" fmla="*/ 50800 w 204469"/>
                <a:gd name="connsiteY7" fmla="*/ 64135 h 205104"/>
                <a:gd name="connsiteX8" fmla="*/ 0 w 204469"/>
                <a:gd name="connsiteY8" fmla="*/ 115570 h 205104"/>
                <a:gd name="connsiteX9" fmla="*/ 89535 w 204469"/>
                <a:gd name="connsiteY9" fmla="*/ 205105 h 205104"/>
                <a:gd name="connsiteX10" fmla="*/ 204470 w 204469"/>
                <a:gd name="connsiteY10" fmla="*/ 89535 h 205104"/>
                <a:gd name="connsiteX11" fmla="*/ 179070 w 204469"/>
                <a:gd name="connsiteY11" fmla="*/ 64135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4469" h="205104">
                  <a:moveTo>
                    <a:pt x="153670" y="89535"/>
                  </a:moveTo>
                  <a:lnTo>
                    <a:pt x="63500" y="0"/>
                  </a:lnTo>
                  <a:lnTo>
                    <a:pt x="38100" y="25400"/>
                  </a:lnTo>
                  <a:lnTo>
                    <a:pt x="127635" y="115570"/>
                  </a:lnTo>
                  <a:lnTo>
                    <a:pt x="89535" y="153670"/>
                  </a:lnTo>
                  <a:lnTo>
                    <a:pt x="50800" y="115570"/>
                  </a:lnTo>
                  <a:lnTo>
                    <a:pt x="76835" y="89535"/>
                  </a:lnTo>
                  <a:lnTo>
                    <a:pt x="50800" y="64135"/>
                  </a:lnTo>
                  <a:lnTo>
                    <a:pt x="0" y="115570"/>
                  </a:lnTo>
                  <a:lnTo>
                    <a:pt x="89535" y="205105"/>
                  </a:lnTo>
                  <a:lnTo>
                    <a:pt x="204470" y="89535"/>
                  </a:lnTo>
                  <a:lnTo>
                    <a:pt x="179070" y="641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EE7D855-65E1-E4F1-BF38-202FD04E1FAC}"/>
                </a:ext>
              </a:extLst>
            </p:cNvPr>
            <p:cNvSpPr/>
            <p:nvPr/>
          </p:nvSpPr>
          <p:spPr>
            <a:xfrm rot="-2697569">
              <a:off x="9404889" y="523542"/>
              <a:ext cx="108583" cy="36194"/>
            </a:xfrm>
            <a:custGeom>
              <a:avLst/>
              <a:gdLst>
                <a:gd name="connsiteX0" fmla="*/ 0 w 108583"/>
                <a:gd name="connsiteY0" fmla="*/ 0 h 36194"/>
                <a:gd name="connsiteX1" fmla="*/ 108584 w 108583"/>
                <a:gd name="connsiteY1" fmla="*/ 0 h 36194"/>
                <a:gd name="connsiteX2" fmla="*/ 108584 w 108583"/>
                <a:gd name="connsiteY2" fmla="*/ 36195 h 36194"/>
                <a:gd name="connsiteX3" fmla="*/ 0 w 108583"/>
                <a:gd name="connsiteY3" fmla="*/ 36195 h 3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583" h="36194">
                  <a:moveTo>
                    <a:pt x="0" y="0"/>
                  </a:moveTo>
                  <a:lnTo>
                    <a:pt x="108584" y="0"/>
                  </a:lnTo>
                  <a:lnTo>
                    <a:pt x="108584" y="36195"/>
                  </a:lnTo>
                  <a:lnTo>
                    <a:pt x="0" y="3619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6F9DC79-6DD4-4D6A-D8F4-8A0856C88A56}"/>
                </a:ext>
              </a:extLst>
            </p:cNvPr>
            <p:cNvSpPr/>
            <p:nvPr/>
          </p:nvSpPr>
          <p:spPr>
            <a:xfrm rot="-2698542">
              <a:off x="9432319" y="270974"/>
              <a:ext cx="54609" cy="54609"/>
            </a:xfrm>
            <a:custGeom>
              <a:avLst/>
              <a:gdLst>
                <a:gd name="connsiteX0" fmla="*/ 0 w 54609"/>
                <a:gd name="connsiteY0" fmla="*/ 0 h 54609"/>
                <a:gd name="connsiteX1" fmla="*/ 54609 w 54609"/>
                <a:gd name="connsiteY1" fmla="*/ 0 h 54609"/>
                <a:gd name="connsiteX2" fmla="*/ 54609 w 54609"/>
                <a:gd name="connsiteY2" fmla="*/ 54609 h 54609"/>
                <a:gd name="connsiteX3" fmla="*/ 0 w 54609"/>
                <a:gd name="connsiteY3" fmla="*/ 54609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09" h="54609">
                  <a:moveTo>
                    <a:pt x="0" y="0"/>
                  </a:moveTo>
                  <a:lnTo>
                    <a:pt x="54609" y="0"/>
                  </a:lnTo>
                  <a:lnTo>
                    <a:pt x="54609" y="54609"/>
                  </a:lnTo>
                  <a:lnTo>
                    <a:pt x="0" y="54609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798E916-4181-21CC-848E-E637966BEDE7}"/>
                </a:ext>
              </a:extLst>
            </p:cNvPr>
            <p:cNvSpPr/>
            <p:nvPr/>
          </p:nvSpPr>
          <p:spPr>
            <a:xfrm>
              <a:off x="9420859" y="746759"/>
              <a:ext cx="76834" cy="76834"/>
            </a:xfrm>
            <a:custGeom>
              <a:avLst/>
              <a:gdLst>
                <a:gd name="connsiteX0" fmla="*/ 0 w 76834"/>
                <a:gd name="connsiteY0" fmla="*/ 38100 h 76834"/>
                <a:gd name="connsiteX1" fmla="*/ 38735 w 76834"/>
                <a:gd name="connsiteY1" fmla="*/ 76835 h 76834"/>
                <a:gd name="connsiteX2" fmla="*/ 76835 w 76834"/>
                <a:gd name="connsiteY2" fmla="*/ 38100 h 76834"/>
                <a:gd name="connsiteX3" fmla="*/ 38735 w 76834"/>
                <a:gd name="connsiteY3" fmla="*/ 0 h 7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34" h="76834">
                  <a:moveTo>
                    <a:pt x="0" y="38100"/>
                  </a:moveTo>
                  <a:lnTo>
                    <a:pt x="38735" y="76835"/>
                  </a:lnTo>
                  <a:lnTo>
                    <a:pt x="76835" y="38100"/>
                  </a:lnTo>
                  <a:lnTo>
                    <a:pt x="387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2E56FED-8542-57E8-818F-D712DC37DF0B}"/>
                </a:ext>
              </a:extLst>
            </p:cNvPr>
            <p:cNvSpPr/>
            <p:nvPr/>
          </p:nvSpPr>
          <p:spPr>
            <a:xfrm>
              <a:off x="9937115" y="260350"/>
              <a:ext cx="253365" cy="277494"/>
            </a:xfrm>
            <a:custGeom>
              <a:avLst/>
              <a:gdLst>
                <a:gd name="connsiteX0" fmla="*/ 156210 w 253365"/>
                <a:gd name="connsiteY0" fmla="*/ 120650 h 277494"/>
                <a:gd name="connsiteX1" fmla="*/ 173355 w 253365"/>
                <a:gd name="connsiteY1" fmla="*/ 117475 h 277494"/>
                <a:gd name="connsiteX2" fmla="*/ 178435 w 253365"/>
                <a:gd name="connsiteY2" fmla="*/ 79375 h 277494"/>
                <a:gd name="connsiteX3" fmla="*/ 173355 w 253365"/>
                <a:gd name="connsiteY3" fmla="*/ 40640 h 277494"/>
                <a:gd name="connsiteX4" fmla="*/ 156210 w 253365"/>
                <a:gd name="connsiteY4" fmla="*/ 37465 h 277494"/>
                <a:gd name="connsiteX5" fmla="*/ 81280 w 253365"/>
                <a:gd name="connsiteY5" fmla="*/ 37465 h 277494"/>
                <a:gd name="connsiteX6" fmla="*/ 81280 w 253365"/>
                <a:gd name="connsiteY6" fmla="*/ 120650 h 277494"/>
                <a:gd name="connsiteX7" fmla="*/ 156210 w 253365"/>
                <a:gd name="connsiteY7" fmla="*/ 120650 h 277494"/>
                <a:gd name="connsiteX8" fmla="*/ 221615 w 253365"/>
                <a:gd name="connsiteY8" fmla="*/ 238760 h 277494"/>
                <a:gd name="connsiteX9" fmla="*/ 253365 w 253365"/>
                <a:gd name="connsiteY9" fmla="*/ 238760 h 277494"/>
                <a:gd name="connsiteX10" fmla="*/ 253365 w 253365"/>
                <a:gd name="connsiteY10" fmla="*/ 277495 h 277494"/>
                <a:gd name="connsiteX11" fmla="*/ 213360 w 253365"/>
                <a:gd name="connsiteY11" fmla="*/ 277495 h 277494"/>
                <a:gd name="connsiteX12" fmla="*/ 186055 w 253365"/>
                <a:gd name="connsiteY12" fmla="*/ 269875 h 277494"/>
                <a:gd name="connsiteX13" fmla="*/ 175260 w 253365"/>
                <a:gd name="connsiteY13" fmla="*/ 198120 h 277494"/>
                <a:gd name="connsiteX14" fmla="*/ 166370 w 253365"/>
                <a:gd name="connsiteY14" fmla="*/ 163830 h 277494"/>
                <a:gd name="connsiteX15" fmla="*/ 139065 w 253365"/>
                <a:gd name="connsiteY15" fmla="*/ 156210 h 277494"/>
                <a:gd name="connsiteX16" fmla="*/ 80010 w 253365"/>
                <a:gd name="connsiteY16" fmla="*/ 156210 h 277494"/>
                <a:gd name="connsiteX17" fmla="*/ 80010 w 253365"/>
                <a:gd name="connsiteY17" fmla="*/ 239395 h 277494"/>
                <a:gd name="connsiteX18" fmla="*/ 118110 w 253365"/>
                <a:gd name="connsiteY18" fmla="*/ 239395 h 277494"/>
                <a:gd name="connsiteX19" fmla="*/ 118110 w 253365"/>
                <a:gd name="connsiteY19" fmla="*/ 276860 h 277494"/>
                <a:gd name="connsiteX20" fmla="*/ 0 w 253365"/>
                <a:gd name="connsiteY20" fmla="*/ 276860 h 277494"/>
                <a:gd name="connsiteX21" fmla="*/ 0 w 253365"/>
                <a:gd name="connsiteY21" fmla="*/ 239395 h 277494"/>
                <a:gd name="connsiteX22" fmla="*/ 37465 w 253365"/>
                <a:gd name="connsiteY22" fmla="*/ 239395 h 277494"/>
                <a:gd name="connsiteX23" fmla="*/ 37465 w 253365"/>
                <a:gd name="connsiteY23" fmla="*/ 37465 h 277494"/>
                <a:gd name="connsiteX24" fmla="*/ 0 w 253365"/>
                <a:gd name="connsiteY24" fmla="*/ 37465 h 277494"/>
                <a:gd name="connsiteX25" fmla="*/ 0 w 253365"/>
                <a:gd name="connsiteY25" fmla="*/ 0 h 277494"/>
                <a:gd name="connsiteX26" fmla="*/ 168910 w 253365"/>
                <a:gd name="connsiteY26" fmla="*/ 0 h 277494"/>
                <a:gd name="connsiteX27" fmla="*/ 207645 w 253365"/>
                <a:gd name="connsiteY27" fmla="*/ 11430 h 277494"/>
                <a:gd name="connsiteX28" fmla="*/ 222885 w 253365"/>
                <a:gd name="connsiteY28" fmla="*/ 77470 h 277494"/>
                <a:gd name="connsiteX29" fmla="*/ 179705 w 253365"/>
                <a:gd name="connsiteY29" fmla="*/ 140335 h 277494"/>
                <a:gd name="connsiteX30" fmla="*/ 179705 w 253365"/>
                <a:gd name="connsiteY30" fmla="*/ 140970 h 277494"/>
                <a:gd name="connsiteX31" fmla="*/ 219075 w 253365"/>
                <a:gd name="connsiteY31" fmla="*/ 198120 h 277494"/>
                <a:gd name="connsiteX32" fmla="*/ 221615 w 253365"/>
                <a:gd name="connsiteY32" fmla="*/ 238760 h 27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365" h="277494">
                  <a:moveTo>
                    <a:pt x="156210" y="120650"/>
                  </a:moveTo>
                  <a:cubicBezTo>
                    <a:pt x="167640" y="120650"/>
                    <a:pt x="171450" y="119380"/>
                    <a:pt x="173355" y="117475"/>
                  </a:cubicBezTo>
                  <a:cubicBezTo>
                    <a:pt x="177165" y="113665"/>
                    <a:pt x="178435" y="107950"/>
                    <a:pt x="178435" y="79375"/>
                  </a:cubicBezTo>
                  <a:cubicBezTo>
                    <a:pt x="178435" y="50800"/>
                    <a:pt x="177165" y="43815"/>
                    <a:pt x="173355" y="40640"/>
                  </a:cubicBezTo>
                  <a:cubicBezTo>
                    <a:pt x="171450" y="38735"/>
                    <a:pt x="167640" y="37465"/>
                    <a:pt x="156210" y="37465"/>
                  </a:cubicBezTo>
                  <a:lnTo>
                    <a:pt x="81280" y="37465"/>
                  </a:lnTo>
                  <a:lnTo>
                    <a:pt x="81280" y="120650"/>
                  </a:lnTo>
                  <a:lnTo>
                    <a:pt x="156210" y="120650"/>
                  </a:lnTo>
                  <a:close/>
                  <a:moveTo>
                    <a:pt x="221615" y="238760"/>
                  </a:moveTo>
                  <a:lnTo>
                    <a:pt x="253365" y="238760"/>
                  </a:lnTo>
                  <a:lnTo>
                    <a:pt x="253365" y="277495"/>
                  </a:lnTo>
                  <a:lnTo>
                    <a:pt x="213360" y="277495"/>
                  </a:lnTo>
                  <a:cubicBezTo>
                    <a:pt x="196850" y="277495"/>
                    <a:pt x="190500" y="274955"/>
                    <a:pt x="186055" y="269875"/>
                  </a:cubicBezTo>
                  <a:cubicBezTo>
                    <a:pt x="180340" y="264160"/>
                    <a:pt x="177165" y="253365"/>
                    <a:pt x="175260" y="198120"/>
                  </a:cubicBezTo>
                  <a:cubicBezTo>
                    <a:pt x="174625" y="175895"/>
                    <a:pt x="171450" y="168910"/>
                    <a:pt x="166370" y="163830"/>
                  </a:cubicBezTo>
                  <a:cubicBezTo>
                    <a:pt x="160020" y="157480"/>
                    <a:pt x="153035" y="156210"/>
                    <a:pt x="139065" y="156210"/>
                  </a:cubicBezTo>
                  <a:lnTo>
                    <a:pt x="80010" y="156210"/>
                  </a:lnTo>
                  <a:lnTo>
                    <a:pt x="80010" y="239395"/>
                  </a:lnTo>
                  <a:lnTo>
                    <a:pt x="118110" y="239395"/>
                  </a:lnTo>
                  <a:lnTo>
                    <a:pt x="118110" y="276860"/>
                  </a:lnTo>
                  <a:lnTo>
                    <a:pt x="0" y="276860"/>
                  </a:lnTo>
                  <a:lnTo>
                    <a:pt x="0" y="239395"/>
                  </a:lnTo>
                  <a:lnTo>
                    <a:pt x="37465" y="239395"/>
                  </a:lnTo>
                  <a:lnTo>
                    <a:pt x="37465" y="37465"/>
                  </a:lnTo>
                  <a:lnTo>
                    <a:pt x="0" y="37465"/>
                  </a:lnTo>
                  <a:lnTo>
                    <a:pt x="0" y="0"/>
                  </a:lnTo>
                  <a:lnTo>
                    <a:pt x="168910" y="0"/>
                  </a:lnTo>
                  <a:cubicBezTo>
                    <a:pt x="187325" y="0"/>
                    <a:pt x="199390" y="3175"/>
                    <a:pt x="207645" y="11430"/>
                  </a:cubicBezTo>
                  <a:cubicBezTo>
                    <a:pt x="218440" y="22225"/>
                    <a:pt x="222885" y="35560"/>
                    <a:pt x="222885" y="77470"/>
                  </a:cubicBezTo>
                  <a:cubicBezTo>
                    <a:pt x="222885" y="126365"/>
                    <a:pt x="211455" y="135890"/>
                    <a:pt x="179705" y="140335"/>
                  </a:cubicBezTo>
                  <a:lnTo>
                    <a:pt x="179705" y="140970"/>
                  </a:lnTo>
                  <a:cubicBezTo>
                    <a:pt x="208915" y="146685"/>
                    <a:pt x="217170" y="157480"/>
                    <a:pt x="219075" y="198120"/>
                  </a:cubicBezTo>
                  <a:cubicBezTo>
                    <a:pt x="220345" y="210185"/>
                    <a:pt x="220980" y="226695"/>
                    <a:pt x="221615" y="2387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D97EF35-3441-3F12-1975-CA20F761DCEF}"/>
                </a:ext>
              </a:extLst>
            </p:cNvPr>
            <p:cNvSpPr/>
            <p:nvPr/>
          </p:nvSpPr>
          <p:spPr>
            <a:xfrm>
              <a:off x="10222230" y="259715"/>
              <a:ext cx="220344" cy="278129"/>
            </a:xfrm>
            <a:custGeom>
              <a:avLst/>
              <a:gdLst>
                <a:gd name="connsiteX0" fmla="*/ 0 w 220344"/>
                <a:gd name="connsiteY0" fmla="*/ 0 h 278129"/>
                <a:gd name="connsiteX1" fmla="*/ 0 w 220344"/>
                <a:gd name="connsiteY1" fmla="*/ 38100 h 278129"/>
                <a:gd name="connsiteX2" fmla="*/ 36830 w 220344"/>
                <a:gd name="connsiteY2" fmla="*/ 38100 h 278129"/>
                <a:gd name="connsiteX3" fmla="*/ 36830 w 220344"/>
                <a:gd name="connsiteY3" fmla="*/ 240665 h 278129"/>
                <a:gd name="connsiteX4" fmla="*/ 0 w 220344"/>
                <a:gd name="connsiteY4" fmla="*/ 240665 h 278129"/>
                <a:gd name="connsiteX5" fmla="*/ 0 w 220344"/>
                <a:gd name="connsiteY5" fmla="*/ 278130 h 278129"/>
                <a:gd name="connsiteX6" fmla="*/ 220345 w 220344"/>
                <a:gd name="connsiteY6" fmla="*/ 278130 h 278129"/>
                <a:gd name="connsiteX7" fmla="*/ 220345 w 220344"/>
                <a:gd name="connsiteY7" fmla="*/ 188595 h 278129"/>
                <a:gd name="connsiteX8" fmla="*/ 179070 w 220344"/>
                <a:gd name="connsiteY8" fmla="*/ 188595 h 278129"/>
                <a:gd name="connsiteX9" fmla="*/ 179070 w 220344"/>
                <a:gd name="connsiteY9" fmla="*/ 240665 h 278129"/>
                <a:gd name="connsiteX10" fmla="*/ 79375 w 220344"/>
                <a:gd name="connsiteY10" fmla="*/ 240665 h 278129"/>
                <a:gd name="connsiteX11" fmla="*/ 79375 w 220344"/>
                <a:gd name="connsiteY11" fmla="*/ 152400 h 278129"/>
                <a:gd name="connsiteX12" fmla="*/ 154305 w 220344"/>
                <a:gd name="connsiteY12" fmla="*/ 152400 h 278129"/>
                <a:gd name="connsiteX13" fmla="*/ 154305 w 220344"/>
                <a:gd name="connsiteY13" fmla="*/ 115570 h 278129"/>
                <a:gd name="connsiteX14" fmla="*/ 79375 w 220344"/>
                <a:gd name="connsiteY14" fmla="*/ 115570 h 278129"/>
                <a:gd name="connsiteX15" fmla="*/ 79375 w 220344"/>
                <a:gd name="connsiteY15" fmla="*/ 38100 h 278129"/>
                <a:gd name="connsiteX16" fmla="*/ 175895 w 220344"/>
                <a:gd name="connsiteY16" fmla="*/ 38100 h 278129"/>
                <a:gd name="connsiteX17" fmla="*/ 175895 w 220344"/>
                <a:gd name="connsiteY17" fmla="*/ 83820 h 278129"/>
                <a:gd name="connsiteX18" fmla="*/ 217805 w 220344"/>
                <a:gd name="connsiteY18" fmla="*/ 83820 h 278129"/>
                <a:gd name="connsiteX19" fmla="*/ 217805 w 220344"/>
                <a:gd name="connsiteY19" fmla="*/ 0 h 27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0344" h="278129">
                  <a:moveTo>
                    <a:pt x="0" y="0"/>
                  </a:moveTo>
                  <a:lnTo>
                    <a:pt x="0" y="38100"/>
                  </a:lnTo>
                  <a:lnTo>
                    <a:pt x="36830" y="38100"/>
                  </a:lnTo>
                  <a:lnTo>
                    <a:pt x="36830" y="240665"/>
                  </a:lnTo>
                  <a:lnTo>
                    <a:pt x="0" y="240665"/>
                  </a:lnTo>
                  <a:lnTo>
                    <a:pt x="0" y="278130"/>
                  </a:lnTo>
                  <a:lnTo>
                    <a:pt x="220345" y="278130"/>
                  </a:lnTo>
                  <a:lnTo>
                    <a:pt x="220345" y="188595"/>
                  </a:lnTo>
                  <a:lnTo>
                    <a:pt x="179070" y="188595"/>
                  </a:lnTo>
                  <a:lnTo>
                    <a:pt x="179070" y="240665"/>
                  </a:lnTo>
                  <a:lnTo>
                    <a:pt x="79375" y="240665"/>
                  </a:lnTo>
                  <a:lnTo>
                    <a:pt x="79375" y="152400"/>
                  </a:lnTo>
                  <a:lnTo>
                    <a:pt x="154305" y="152400"/>
                  </a:lnTo>
                  <a:lnTo>
                    <a:pt x="154305" y="115570"/>
                  </a:lnTo>
                  <a:lnTo>
                    <a:pt x="79375" y="115570"/>
                  </a:lnTo>
                  <a:lnTo>
                    <a:pt x="79375" y="38100"/>
                  </a:lnTo>
                  <a:lnTo>
                    <a:pt x="175895" y="38100"/>
                  </a:lnTo>
                  <a:lnTo>
                    <a:pt x="175895" y="83820"/>
                  </a:lnTo>
                  <a:lnTo>
                    <a:pt x="217805" y="83820"/>
                  </a:lnTo>
                  <a:lnTo>
                    <a:pt x="21780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0CF1AF3-FA82-91A7-9490-2B808E57DDDD}"/>
                </a:ext>
              </a:extLst>
            </p:cNvPr>
            <p:cNvSpPr/>
            <p:nvPr/>
          </p:nvSpPr>
          <p:spPr>
            <a:xfrm>
              <a:off x="10471784" y="260350"/>
              <a:ext cx="273684" cy="278765"/>
            </a:xfrm>
            <a:custGeom>
              <a:avLst/>
              <a:gdLst>
                <a:gd name="connsiteX0" fmla="*/ 0 w 273684"/>
                <a:gd name="connsiteY0" fmla="*/ 37465 h 278765"/>
                <a:gd name="connsiteX1" fmla="*/ 0 w 273684"/>
                <a:gd name="connsiteY1" fmla="*/ 0 h 278765"/>
                <a:gd name="connsiteX2" fmla="*/ 115570 w 273684"/>
                <a:gd name="connsiteY2" fmla="*/ 0 h 278765"/>
                <a:gd name="connsiteX3" fmla="*/ 115570 w 273684"/>
                <a:gd name="connsiteY3" fmla="*/ 37465 h 278765"/>
                <a:gd name="connsiteX4" fmla="*/ 78105 w 273684"/>
                <a:gd name="connsiteY4" fmla="*/ 37465 h 278765"/>
                <a:gd name="connsiteX5" fmla="*/ 135890 w 273684"/>
                <a:gd name="connsiteY5" fmla="*/ 236855 h 278765"/>
                <a:gd name="connsiteX6" fmla="*/ 141605 w 273684"/>
                <a:gd name="connsiteY6" fmla="*/ 236855 h 278765"/>
                <a:gd name="connsiteX7" fmla="*/ 200025 w 273684"/>
                <a:gd name="connsiteY7" fmla="*/ 37465 h 278765"/>
                <a:gd name="connsiteX8" fmla="*/ 162560 w 273684"/>
                <a:gd name="connsiteY8" fmla="*/ 37465 h 278765"/>
                <a:gd name="connsiteX9" fmla="*/ 162560 w 273684"/>
                <a:gd name="connsiteY9" fmla="*/ 0 h 278765"/>
                <a:gd name="connsiteX10" fmla="*/ 273685 w 273684"/>
                <a:gd name="connsiteY10" fmla="*/ 0 h 278765"/>
                <a:gd name="connsiteX11" fmla="*/ 273685 w 273684"/>
                <a:gd name="connsiteY11" fmla="*/ 37465 h 278765"/>
                <a:gd name="connsiteX12" fmla="*/ 243205 w 273684"/>
                <a:gd name="connsiteY12" fmla="*/ 37465 h 278765"/>
                <a:gd name="connsiteX13" fmla="*/ 171450 w 273684"/>
                <a:gd name="connsiteY13" fmla="*/ 265430 h 278765"/>
                <a:gd name="connsiteX14" fmla="*/ 152400 w 273684"/>
                <a:gd name="connsiteY14" fmla="*/ 278765 h 278765"/>
                <a:gd name="connsiteX15" fmla="*/ 121285 w 273684"/>
                <a:gd name="connsiteY15" fmla="*/ 278765 h 278765"/>
                <a:gd name="connsiteX16" fmla="*/ 102235 w 273684"/>
                <a:gd name="connsiteY16" fmla="*/ 265430 h 278765"/>
                <a:gd name="connsiteX17" fmla="*/ 30480 w 273684"/>
                <a:gd name="connsiteY17" fmla="*/ 37465 h 278765"/>
                <a:gd name="connsiteX18" fmla="*/ 0 w 273684"/>
                <a:gd name="connsiteY18" fmla="*/ 37465 h 27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684" h="278765">
                  <a:moveTo>
                    <a:pt x="0" y="37465"/>
                  </a:moveTo>
                  <a:lnTo>
                    <a:pt x="0" y="0"/>
                  </a:lnTo>
                  <a:lnTo>
                    <a:pt x="115570" y="0"/>
                  </a:lnTo>
                  <a:lnTo>
                    <a:pt x="115570" y="37465"/>
                  </a:lnTo>
                  <a:lnTo>
                    <a:pt x="78105" y="37465"/>
                  </a:lnTo>
                  <a:lnTo>
                    <a:pt x="135890" y="236855"/>
                  </a:lnTo>
                  <a:lnTo>
                    <a:pt x="141605" y="236855"/>
                  </a:lnTo>
                  <a:lnTo>
                    <a:pt x="200025" y="37465"/>
                  </a:lnTo>
                  <a:lnTo>
                    <a:pt x="162560" y="37465"/>
                  </a:lnTo>
                  <a:lnTo>
                    <a:pt x="162560" y="0"/>
                  </a:lnTo>
                  <a:lnTo>
                    <a:pt x="273685" y="0"/>
                  </a:lnTo>
                  <a:lnTo>
                    <a:pt x="273685" y="37465"/>
                  </a:lnTo>
                  <a:lnTo>
                    <a:pt x="243205" y="37465"/>
                  </a:lnTo>
                  <a:lnTo>
                    <a:pt x="171450" y="265430"/>
                  </a:lnTo>
                  <a:cubicBezTo>
                    <a:pt x="167640" y="276860"/>
                    <a:pt x="164465" y="278765"/>
                    <a:pt x="152400" y="278765"/>
                  </a:cubicBezTo>
                  <a:lnTo>
                    <a:pt x="121285" y="278765"/>
                  </a:lnTo>
                  <a:cubicBezTo>
                    <a:pt x="109220" y="278765"/>
                    <a:pt x="105410" y="276225"/>
                    <a:pt x="102235" y="265430"/>
                  </a:cubicBezTo>
                  <a:lnTo>
                    <a:pt x="30480" y="37465"/>
                  </a:lnTo>
                  <a:lnTo>
                    <a:pt x="0" y="3746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749E75A-2E31-88BC-43CE-2313F1700212}"/>
                </a:ext>
              </a:extLst>
            </p:cNvPr>
            <p:cNvSpPr/>
            <p:nvPr/>
          </p:nvSpPr>
          <p:spPr>
            <a:xfrm>
              <a:off x="10715625" y="258445"/>
              <a:ext cx="275590" cy="280035"/>
            </a:xfrm>
            <a:custGeom>
              <a:avLst/>
              <a:gdLst>
                <a:gd name="connsiteX0" fmla="*/ 97790 w 275590"/>
                <a:gd name="connsiteY0" fmla="*/ 156210 h 280035"/>
                <a:gd name="connsiteX1" fmla="*/ 173355 w 275590"/>
                <a:gd name="connsiteY1" fmla="*/ 156210 h 280035"/>
                <a:gd name="connsiteX2" fmla="*/ 139065 w 275590"/>
                <a:gd name="connsiteY2" fmla="*/ 38735 h 280035"/>
                <a:gd name="connsiteX3" fmla="*/ 133350 w 275590"/>
                <a:gd name="connsiteY3" fmla="*/ 38735 h 280035"/>
                <a:gd name="connsiteX4" fmla="*/ 97790 w 275590"/>
                <a:gd name="connsiteY4" fmla="*/ 156210 h 280035"/>
                <a:gd name="connsiteX5" fmla="*/ 0 w 275590"/>
                <a:gd name="connsiteY5" fmla="*/ 279400 h 280035"/>
                <a:gd name="connsiteX6" fmla="*/ 0 w 275590"/>
                <a:gd name="connsiteY6" fmla="*/ 241300 h 280035"/>
                <a:gd name="connsiteX7" fmla="*/ 30480 w 275590"/>
                <a:gd name="connsiteY7" fmla="*/ 241300 h 280035"/>
                <a:gd name="connsiteX8" fmla="*/ 102235 w 275590"/>
                <a:gd name="connsiteY8" fmla="*/ 13335 h 280035"/>
                <a:gd name="connsiteX9" fmla="*/ 121285 w 275590"/>
                <a:gd name="connsiteY9" fmla="*/ 0 h 280035"/>
                <a:gd name="connsiteX10" fmla="*/ 154305 w 275590"/>
                <a:gd name="connsiteY10" fmla="*/ 0 h 280035"/>
                <a:gd name="connsiteX11" fmla="*/ 173355 w 275590"/>
                <a:gd name="connsiteY11" fmla="*/ 13335 h 280035"/>
                <a:gd name="connsiteX12" fmla="*/ 245110 w 275590"/>
                <a:gd name="connsiteY12" fmla="*/ 241300 h 280035"/>
                <a:gd name="connsiteX13" fmla="*/ 275590 w 275590"/>
                <a:gd name="connsiteY13" fmla="*/ 241300 h 280035"/>
                <a:gd name="connsiteX14" fmla="*/ 275590 w 275590"/>
                <a:gd name="connsiteY14" fmla="*/ 279400 h 280035"/>
                <a:gd name="connsiteX15" fmla="*/ 160655 w 275590"/>
                <a:gd name="connsiteY15" fmla="*/ 279400 h 280035"/>
                <a:gd name="connsiteX16" fmla="*/ 160655 w 275590"/>
                <a:gd name="connsiteY16" fmla="*/ 241300 h 280035"/>
                <a:gd name="connsiteX17" fmla="*/ 198755 w 275590"/>
                <a:gd name="connsiteY17" fmla="*/ 241300 h 280035"/>
                <a:gd name="connsiteX18" fmla="*/ 184150 w 275590"/>
                <a:gd name="connsiteY18" fmla="*/ 191770 h 280035"/>
                <a:gd name="connsiteX19" fmla="*/ 87630 w 275590"/>
                <a:gd name="connsiteY19" fmla="*/ 192405 h 280035"/>
                <a:gd name="connsiteX20" fmla="*/ 73025 w 275590"/>
                <a:gd name="connsiteY20" fmla="*/ 241935 h 280035"/>
                <a:gd name="connsiteX21" fmla="*/ 111125 w 275590"/>
                <a:gd name="connsiteY21" fmla="*/ 241935 h 280035"/>
                <a:gd name="connsiteX22" fmla="*/ 111125 w 275590"/>
                <a:gd name="connsiteY22" fmla="*/ 280035 h 280035"/>
                <a:gd name="connsiteX23" fmla="*/ 0 w 275590"/>
                <a:gd name="connsiteY23" fmla="*/ 280035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5590" h="280035">
                  <a:moveTo>
                    <a:pt x="97790" y="156210"/>
                  </a:moveTo>
                  <a:lnTo>
                    <a:pt x="173355" y="156210"/>
                  </a:lnTo>
                  <a:lnTo>
                    <a:pt x="139065" y="38735"/>
                  </a:lnTo>
                  <a:lnTo>
                    <a:pt x="133350" y="38735"/>
                  </a:lnTo>
                  <a:lnTo>
                    <a:pt x="97790" y="156210"/>
                  </a:lnTo>
                  <a:close/>
                  <a:moveTo>
                    <a:pt x="0" y="279400"/>
                  </a:moveTo>
                  <a:lnTo>
                    <a:pt x="0" y="241300"/>
                  </a:lnTo>
                  <a:lnTo>
                    <a:pt x="30480" y="241300"/>
                  </a:lnTo>
                  <a:lnTo>
                    <a:pt x="102235" y="13335"/>
                  </a:lnTo>
                  <a:cubicBezTo>
                    <a:pt x="106045" y="1905"/>
                    <a:pt x="109220" y="0"/>
                    <a:pt x="121285" y="0"/>
                  </a:cubicBezTo>
                  <a:lnTo>
                    <a:pt x="154305" y="0"/>
                  </a:lnTo>
                  <a:cubicBezTo>
                    <a:pt x="166370" y="0"/>
                    <a:pt x="169545" y="2540"/>
                    <a:pt x="173355" y="13335"/>
                  </a:cubicBezTo>
                  <a:lnTo>
                    <a:pt x="245110" y="241300"/>
                  </a:lnTo>
                  <a:lnTo>
                    <a:pt x="275590" y="241300"/>
                  </a:lnTo>
                  <a:lnTo>
                    <a:pt x="275590" y="279400"/>
                  </a:lnTo>
                  <a:lnTo>
                    <a:pt x="160655" y="279400"/>
                  </a:lnTo>
                  <a:lnTo>
                    <a:pt x="160655" y="241300"/>
                  </a:lnTo>
                  <a:lnTo>
                    <a:pt x="198755" y="241300"/>
                  </a:lnTo>
                  <a:lnTo>
                    <a:pt x="184150" y="191770"/>
                  </a:lnTo>
                  <a:cubicBezTo>
                    <a:pt x="160020" y="191770"/>
                    <a:pt x="113030" y="192405"/>
                    <a:pt x="87630" y="192405"/>
                  </a:cubicBezTo>
                  <a:lnTo>
                    <a:pt x="73025" y="241935"/>
                  </a:lnTo>
                  <a:lnTo>
                    <a:pt x="111125" y="241935"/>
                  </a:lnTo>
                  <a:lnTo>
                    <a:pt x="111125" y="280035"/>
                  </a:lnTo>
                  <a:lnTo>
                    <a:pt x="0" y="2800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F47FA30-5DBF-4A98-5967-FEA47289F808}"/>
                </a:ext>
              </a:extLst>
            </p:cNvPr>
            <p:cNvSpPr/>
            <p:nvPr/>
          </p:nvSpPr>
          <p:spPr>
            <a:xfrm>
              <a:off x="9938384" y="597534"/>
              <a:ext cx="220345" cy="223520"/>
            </a:xfrm>
            <a:custGeom>
              <a:avLst/>
              <a:gdLst>
                <a:gd name="connsiteX0" fmla="*/ 137795 w 220345"/>
                <a:gd name="connsiteY0" fmla="*/ 17780 h 223520"/>
                <a:gd name="connsiteX1" fmla="*/ 137795 w 220345"/>
                <a:gd name="connsiteY1" fmla="*/ 0 h 223520"/>
                <a:gd name="connsiteX2" fmla="*/ 220345 w 220345"/>
                <a:gd name="connsiteY2" fmla="*/ 0 h 223520"/>
                <a:gd name="connsiteX3" fmla="*/ 220345 w 220345"/>
                <a:gd name="connsiteY3" fmla="*/ 17780 h 223520"/>
                <a:gd name="connsiteX4" fmla="*/ 189230 w 220345"/>
                <a:gd name="connsiteY4" fmla="*/ 17780 h 223520"/>
                <a:gd name="connsiteX5" fmla="*/ 189230 w 220345"/>
                <a:gd name="connsiteY5" fmla="*/ 133985 h 223520"/>
                <a:gd name="connsiteX6" fmla="*/ 173990 w 220345"/>
                <a:gd name="connsiteY6" fmla="*/ 213995 h 223520"/>
                <a:gd name="connsiteX7" fmla="*/ 133985 w 220345"/>
                <a:gd name="connsiteY7" fmla="*/ 223520 h 223520"/>
                <a:gd name="connsiteX8" fmla="*/ 84455 w 220345"/>
                <a:gd name="connsiteY8" fmla="*/ 223520 h 223520"/>
                <a:gd name="connsiteX9" fmla="*/ 45720 w 220345"/>
                <a:gd name="connsiteY9" fmla="*/ 213995 h 223520"/>
                <a:gd name="connsiteX10" fmla="*/ 30480 w 220345"/>
                <a:gd name="connsiteY10" fmla="*/ 133985 h 223520"/>
                <a:gd name="connsiteX11" fmla="*/ 30480 w 220345"/>
                <a:gd name="connsiteY11" fmla="*/ 17780 h 223520"/>
                <a:gd name="connsiteX12" fmla="*/ 0 w 220345"/>
                <a:gd name="connsiteY12" fmla="*/ 17780 h 223520"/>
                <a:gd name="connsiteX13" fmla="*/ 0 w 220345"/>
                <a:gd name="connsiteY13" fmla="*/ 0 h 223520"/>
                <a:gd name="connsiteX14" fmla="*/ 81915 w 220345"/>
                <a:gd name="connsiteY14" fmla="*/ 0 h 223520"/>
                <a:gd name="connsiteX15" fmla="*/ 81915 w 220345"/>
                <a:gd name="connsiteY15" fmla="*/ 17780 h 223520"/>
                <a:gd name="connsiteX16" fmla="*/ 48260 w 220345"/>
                <a:gd name="connsiteY16" fmla="*/ 17780 h 223520"/>
                <a:gd name="connsiteX17" fmla="*/ 48260 w 220345"/>
                <a:gd name="connsiteY17" fmla="*/ 135255 h 223520"/>
                <a:gd name="connsiteX18" fmla="*/ 59055 w 220345"/>
                <a:gd name="connsiteY18" fmla="*/ 199390 h 223520"/>
                <a:gd name="connsiteX19" fmla="*/ 88265 w 220345"/>
                <a:gd name="connsiteY19" fmla="*/ 206375 h 223520"/>
                <a:gd name="connsiteX20" fmla="*/ 131445 w 220345"/>
                <a:gd name="connsiteY20" fmla="*/ 206375 h 223520"/>
                <a:gd name="connsiteX21" fmla="*/ 160020 w 220345"/>
                <a:gd name="connsiteY21" fmla="*/ 199390 h 223520"/>
                <a:gd name="connsiteX22" fmla="*/ 170815 w 220345"/>
                <a:gd name="connsiteY22" fmla="*/ 135255 h 223520"/>
                <a:gd name="connsiteX23" fmla="*/ 170815 w 220345"/>
                <a:gd name="connsiteY23" fmla="*/ 17780 h 223520"/>
                <a:gd name="connsiteX24" fmla="*/ 137795 w 220345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345" h="223520">
                  <a:moveTo>
                    <a:pt x="137795" y="17780"/>
                  </a:moveTo>
                  <a:lnTo>
                    <a:pt x="137795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89230" y="17780"/>
                  </a:lnTo>
                  <a:lnTo>
                    <a:pt x="189230" y="133985"/>
                  </a:lnTo>
                  <a:cubicBezTo>
                    <a:pt x="189230" y="186055"/>
                    <a:pt x="184785" y="202565"/>
                    <a:pt x="173990" y="213995"/>
                  </a:cubicBezTo>
                  <a:cubicBezTo>
                    <a:pt x="167005" y="220980"/>
                    <a:pt x="156210" y="223520"/>
                    <a:pt x="133985" y="223520"/>
                  </a:cubicBezTo>
                  <a:lnTo>
                    <a:pt x="84455" y="223520"/>
                  </a:lnTo>
                  <a:cubicBezTo>
                    <a:pt x="62230" y="223520"/>
                    <a:pt x="52705" y="220980"/>
                    <a:pt x="45720" y="213995"/>
                  </a:cubicBezTo>
                  <a:cubicBezTo>
                    <a:pt x="34925" y="203200"/>
                    <a:pt x="30480" y="186690"/>
                    <a:pt x="30480" y="133985"/>
                  </a:cubicBez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81915" y="0"/>
                  </a:lnTo>
                  <a:lnTo>
                    <a:pt x="81915" y="17780"/>
                  </a:lnTo>
                  <a:lnTo>
                    <a:pt x="48260" y="17780"/>
                  </a:lnTo>
                  <a:lnTo>
                    <a:pt x="48260" y="135255"/>
                  </a:lnTo>
                  <a:cubicBezTo>
                    <a:pt x="48260" y="181610"/>
                    <a:pt x="52705" y="192405"/>
                    <a:pt x="59055" y="199390"/>
                  </a:cubicBezTo>
                  <a:cubicBezTo>
                    <a:pt x="63500" y="203835"/>
                    <a:pt x="69215" y="206375"/>
                    <a:pt x="88265" y="206375"/>
                  </a:cubicBezTo>
                  <a:lnTo>
                    <a:pt x="131445" y="206375"/>
                  </a:lnTo>
                  <a:cubicBezTo>
                    <a:pt x="150495" y="206375"/>
                    <a:pt x="156210" y="203835"/>
                    <a:pt x="160020" y="199390"/>
                  </a:cubicBezTo>
                  <a:cubicBezTo>
                    <a:pt x="167005" y="192405"/>
                    <a:pt x="170815" y="182245"/>
                    <a:pt x="170815" y="135255"/>
                  </a:cubicBezTo>
                  <a:lnTo>
                    <a:pt x="170815" y="17780"/>
                  </a:lnTo>
                  <a:lnTo>
                    <a:pt x="137795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14FC5CC-C6FD-F81E-87E3-CB289EB0640A}"/>
                </a:ext>
              </a:extLst>
            </p:cNvPr>
            <p:cNvSpPr/>
            <p:nvPr/>
          </p:nvSpPr>
          <p:spPr>
            <a:xfrm>
              <a:off x="10176509" y="597534"/>
              <a:ext cx="215900" cy="223520"/>
            </a:xfrm>
            <a:custGeom>
              <a:avLst/>
              <a:gdLst>
                <a:gd name="connsiteX0" fmla="*/ 168910 w 215900"/>
                <a:gd name="connsiteY0" fmla="*/ 17780 h 223520"/>
                <a:gd name="connsiteX1" fmla="*/ 134620 w 215900"/>
                <a:gd name="connsiteY1" fmla="*/ 17780 h 223520"/>
                <a:gd name="connsiteX2" fmla="*/ 134620 w 215900"/>
                <a:gd name="connsiteY2" fmla="*/ 0 h 223520"/>
                <a:gd name="connsiteX3" fmla="*/ 215900 w 215900"/>
                <a:gd name="connsiteY3" fmla="*/ 0 h 223520"/>
                <a:gd name="connsiteX4" fmla="*/ 215900 w 215900"/>
                <a:gd name="connsiteY4" fmla="*/ 17780 h 223520"/>
                <a:gd name="connsiteX5" fmla="*/ 186690 w 215900"/>
                <a:gd name="connsiteY5" fmla="*/ 17780 h 223520"/>
                <a:gd name="connsiteX6" fmla="*/ 186690 w 215900"/>
                <a:gd name="connsiteY6" fmla="*/ 223520 h 223520"/>
                <a:gd name="connsiteX7" fmla="*/ 165735 w 215900"/>
                <a:gd name="connsiteY7" fmla="*/ 223520 h 223520"/>
                <a:gd name="connsiteX8" fmla="*/ 153035 w 215900"/>
                <a:gd name="connsiteY8" fmla="*/ 215900 h 223520"/>
                <a:gd name="connsiteX9" fmla="*/ 50800 w 215900"/>
                <a:gd name="connsiteY9" fmla="*/ 17145 h 223520"/>
                <a:gd name="connsiteX10" fmla="*/ 47625 w 215900"/>
                <a:gd name="connsiteY10" fmla="*/ 17145 h 223520"/>
                <a:gd name="connsiteX11" fmla="*/ 47625 w 215900"/>
                <a:gd name="connsiteY11" fmla="*/ 208915 h 223520"/>
                <a:gd name="connsiteX12" fmla="*/ 81915 w 215900"/>
                <a:gd name="connsiteY12" fmla="*/ 208915 h 223520"/>
                <a:gd name="connsiteX13" fmla="*/ 81915 w 215900"/>
                <a:gd name="connsiteY13" fmla="*/ 222885 h 223520"/>
                <a:gd name="connsiteX14" fmla="*/ 0 w 215900"/>
                <a:gd name="connsiteY14" fmla="*/ 222885 h 223520"/>
                <a:gd name="connsiteX15" fmla="*/ 0 w 215900"/>
                <a:gd name="connsiteY15" fmla="*/ 208915 h 223520"/>
                <a:gd name="connsiteX16" fmla="*/ 29845 w 215900"/>
                <a:gd name="connsiteY16" fmla="*/ 208915 h 223520"/>
                <a:gd name="connsiteX17" fmla="*/ 29845 w 215900"/>
                <a:gd name="connsiteY17" fmla="*/ 17780 h 223520"/>
                <a:gd name="connsiteX18" fmla="*/ 0 w 215900"/>
                <a:gd name="connsiteY18" fmla="*/ 17780 h 223520"/>
                <a:gd name="connsiteX19" fmla="*/ 0 w 215900"/>
                <a:gd name="connsiteY19" fmla="*/ 0 h 223520"/>
                <a:gd name="connsiteX20" fmla="*/ 53340 w 215900"/>
                <a:gd name="connsiteY20" fmla="*/ 0 h 223520"/>
                <a:gd name="connsiteX21" fmla="*/ 66040 w 215900"/>
                <a:gd name="connsiteY21" fmla="*/ 7620 h 223520"/>
                <a:gd name="connsiteX22" fmla="*/ 167640 w 215900"/>
                <a:gd name="connsiteY22" fmla="*/ 204470 h 223520"/>
                <a:gd name="connsiteX23" fmla="*/ 168910 w 215900"/>
                <a:gd name="connsiteY23" fmla="*/ 204470 h 223520"/>
                <a:gd name="connsiteX24" fmla="*/ 168910 w 215900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900" h="223520">
                  <a:moveTo>
                    <a:pt x="168910" y="17780"/>
                  </a:moveTo>
                  <a:lnTo>
                    <a:pt x="134620" y="17780"/>
                  </a:lnTo>
                  <a:lnTo>
                    <a:pt x="134620" y="0"/>
                  </a:lnTo>
                  <a:lnTo>
                    <a:pt x="215900" y="0"/>
                  </a:lnTo>
                  <a:lnTo>
                    <a:pt x="215900" y="17780"/>
                  </a:lnTo>
                  <a:lnTo>
                    <a:pt x="186690" y="17780"/>
                  </a:lnTo>
                  <a:lnTo>
                    <a:pt x="186690" y="223520"/>
                  </a:lnTo>
                  <a:lnTo>
                    <a:pt x="165735" y="223520"/>
                  </a:lnTo>
                  <a:cubicBezTo>
                    <a:pt x="158750" y="223520"/>
                    <a:pt x="156210" y="221615"/>
                    <a:pt x="153035" y="215900"/>
                  </a:cubicBezTo>
                  <a:lnTo>
                    <a:pt x="50800" y="17145"/>
                  </a:lnTo>
                  <a:lnTo>
                    <a:pt x="47625" y="17145"/>
                  </a:lnTo>
                  <a:lnTo>
                    <a:pt x="47625" y="208915"/>
                  </a:lnTo>
                  <a:lnTo>
                    <a:pt x="81915" y="208915"/>
                  </a:lnTo>
                  <a:lnTo>
                    <a:pt x="81915" y="222885"/>
                  </a:lnTo>
                  <a:lnTo>
                    <a:pt x="0" y="222885"/>
                  </a:lnTo>
                  <a:lnTo>
                    <a:pt x="0" y="208915"/>
                  </a:lnTo>
                  <a:lnTo>
                    <a:pt x="29845" y="208915"/>
                  </a:lnTo>
                  <a:lnTo>
                    <a:pt x="29845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53340" y="0"/>
                  </a:lnTo>
                  <a:cubicBezTo>
                    <a:pt x="60325" y="0"/>
                    <a:pt x="62865" y="1905"/>
                    <a:pt x="66040" y="7620"/>
                  </a:cubicBezTo>
                  <a:lnTo>
                    <a:pt x="167640" y="204470"/>
                  </a:lnTo>
                  <a:lnTo>
                    <a:pt x="168910" y="204470"/>
                  </a:lnTo>
                  <a:lnTo>
                    <a:pt x="16891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6B4ADB-ACB7-33A2-61FB-A528709EDC4D}"/>
                </a:ext>
              </a:extLst>
            </p:cNvPr>
            <p:cNvSpPr/>
            <p:nvPr/>
          </p:nvSpPr>
          <p:spPr>
            <a:xfrm>
              <a:off x="10415905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06C44DC-AE7F-0BEF-1475-630E14AC4995}"/>
                </a:ext>
              </a:extLst>
            </p:cNvPr>
            <p:cNvSpPr/>
            <p:nvPr/>
          </p:nvSpPr>
          <p:spPr>
            <a:xfrm>
              <a:off x="10520680" y="597534"/>
              <a:ext cx="220344" cy="224790"/>
            </a:xfrm>
            <a:custGeom>
              <a:avLst/>
              <a:gdLst>
                <a:gd name="connsiteX0" fmla="*/ 0 w 220344"/>
                <a:gd name="connsiteY0" fmla="*/ 17780 h 224790"/>
                <a:gd name="connsiteX1" fmla="*/ 0 w 220344"/>
                <a:gd name="connsiteY1" fmla="*/ 0 h 224790"/>
                <a:gd name="connsiteX2" fmla="*/ 79375 w 220344"/>
                <a:gd name="connsiteY2" fmla="*/ 0 h 224790"/>
                <a:gd name="connsiteX3" fmla="*/ 79375 w 220344"/>
                <a:gd name="connsiteY3" fmla="*/ 17780 h 224790"/>
                <a:gd name="connsiteX4" fmla="*/ 48895 w 220344"/>
                <a:gd name="connsiteY4" fmla="*/ 17780 h 224790"/>
                <a:gd name="connsiteX5" fmla="*/ 107314 w 220344"/>
                <a:gd name="connsiteY5" fmla="*/ 205740 h 224790"/>
                <a:gd name="connsiteX6" fmla="*/ 113664 w 220344"/>
                <a:gd name="connsiteY6" fmla="*/ 205740 h 224790"/>
                <a:gd name="connsiteX7" fmla="*/ 172085 w 220344"/>
                <a:gd name="connsiteY7" fmla="*/ 17780 h 224790"/>
                <a:gd name="connsiteX8" fmla="*/ 142239 w 220344"/>
                <a:gd name="connsiteY8" fmla="*/ 17780 h 224790"/>
                <a:gd name="connsiteX9" fmla="*/ 142239 w 220344"/>
                <a:gd name="connsiteY9" fmla="*/ 0 h 224790"/>
                <a:gd name="connsiteX10" fmla="*/ 220345 w 220344"/>
                <a:gd name="connsiteY10" fmla="*/ 0 h 224790"/>
                <a:gd name="connsiteX11" fmla="*/ 220345 w 220344"/>
                <a:gd name="connsiteY11" fmla="*/ 17780 h 224790"/>
                <a:gd name="connsiteX12" fmla="*/ 191770 w 220344"/>
                <a:gd name="connsiteY12" fmla="*/ 17780 h 224790"/>
                <a:gd name="connsiteX13" fmla="*/ 127000 w 220344"/>
                <a:gd name="connsiteY13" fmla="*/ 215900 h 224790"/>
                <a:gd name="connsiteX14" fmla="*/ 114300 w 220344"/>
                <a:gd name="connsiteY14" fmla="*/ 224790 h 224790"/>
                <a:gd name="connsiteX15" fmla="*/ 105410 w 220344"/>
                <a:gd name="connsiteY15" fmla="*/ 224790 h 224790"/>
                <a:gd name="connsiteX16" fmla="*/ 92710 w 220344"/>
                <a:gd name="connsiteY16" fmla="*/ 215900 h 224790"/>
                <a:gd name="connsiteX17" fmla="*/ 28575 w 220344"/>
                <a:gd name="connsiteY17" fmla="*/ 17780 h 224790"/>
                <a:gd name="connsiteX18" fmla="*/ 0 w 220344"/>
                <a:gd name="connsiteY18" fmla="*/ 17780 h 22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0344" h="224790">
                  <a:moveTo>
                    <a:pt x="0" y="17780"/>
                  </a:moveTo>
                  <a:lnTo>
                    <a:pt x="0" y="0"/>
                  </a:lnTo>
                  <a:lnTo>
                    <a:pt x="79375" y="0"/>
                  </a:lnTo>
                  <a:lnTo>
                    <a:pt x="79375" y="17780"/>
                  </a:lnTo>
                  <a:lnTo>
                    <a:pt x="48895" y="17780"/>
                  </a:lnTo>
                  <a:lnTo>
                    <a:pt x="107314" y="205740"/>
                  </a:lnTo>
                  <a:lnTo>
                    <a:pt x="113664" y="205740"/>
                  </a:lnTo>
                  <a:lnTo>
                    <a:pt x="172085" y="17780"/>
                  </a:lnTo>
                  <a:lnTo>
                    <a:pt x="142239" y="17780"/>
                  </a:lnTo>
                  <a:lnTo>
                    <a:pt x="142239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91770" y="17780"/>
                  </a:lnTo>
                  <a:lnTo>
                    <a:pt x="127000" y="215900"/>
                  </a:lnTo>
                  <a:cubicBezTo>
                    <a:pt x="124460" y="224155"/>
                    <a:pt x="123189" y="224790"/>
                    <a:pt x="114300" y="224790"/>
                  </a:cubicBezTo>
                  <a:lnTo>
                    <a:pt x="105410" y="224790"/>
                  </a:lnTo>
                  <a:cubicBezTo>
                    <a:pt x="97155" y="224790"/>
                    <a:pt x="94614" y="222885"/>
                    <a:pt x="92710" y="215900"/>
                  </a:cubicBezTo>
                  <a:lnTo>
                    <a:pt x="28575" y="17780"/>
                  </a:lnTo>
                  <a:lnTo>
                    <a:pt x="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783D55E-CE39-9B5C-4938-2444863AC790}"/>
                </a:ext>
              </a:extLst>
            </p:cNvPr>
            <p:cNvSpPr/>
            <p:nvPr/>
          </p:nvSpPr>
          <p:spPr>
            <a:xfrm>
              <a:off x="10762615" y="597534"/>
              <a:ext cx="169544" cy="222884"/>
            </a:xfrm>
            <a:custGeom>
              <a:avLst/>
              <a:gdLst>
                <a:gd name="connsiteX0" fmla="*/ 0 w 169544"/>
                <a:gd name="connsiteY0" fmla="*/ 0 h 222884"/>
                <a:gd name="connsiteX1" fmla="*/ 0 w 169544"/>
                <a:gd name="connsiteY1" fmla="*/ 17780 h 222884"/>
                <a:gd name="connsiteX2" fmla="*/ 30480 w 169544"/>
                <a:gd name="connsiteY2" fmla="*/ 17780 h 222884"/>
                <a:gd name="connsiteX3" fmla="*/ 30480 w 169544"/>
                <a:gd name="connsiteY3" fmla="*/ 205105 h 222884"/>
                <a:gd name="connsiteX4" fmla="*/ 0 w 169544"/>
                <a:gd name="connsiteY4" fmla="*/ 205105 h 222884"/>
                <a:gd name="connsiteX5" fmla="*/ 0 w 169544"/>
                <a:gd name="connsiteY5" fmla="*/ 222885 h 222884"/>
                <a:gd name="connsiteX6" fmla="*/ 169545 w 169544"/>
                <a:gd name="connsiteY6" fmla="*/ 222885 h 222884"/>
                <a:gd name="connsiteX7" fmla="*/ 169545 w 169544"/>
                <a:gd name="connsiteY7" fmla="*/ 175895 h 222884"/>
                <a:gd name="connsiteX8" fmla="*/ 152400 w 169544"/>
                <a:gd name="connsiteY8" fmla="*/ 175895 h 222884"/>
                <a:gd name="connsiteX9" fmla="*/ 152400 w 169544"/>
                <a:gd name="connsiteY9" fmla="*/ 205105 h 222884"/>
                <a:gd name="connsiteX10" fmla="*/ 48260 w 169544"/>
                <a:gd name="connsiteY10" fmla="*/ 205105 h 222884"/>
                <a:gd name="connsiteX11" fmla="*/ 48260 w 169544"/>
                <a:gd name="connsiteY11" fmla="*/ 116205 h 222884"/>
                <a:gd name="connsiteX12" fmla="*/ 126365 w 169544"/>
                <a:gd name="connsiteY12" fmla="*/ 116205 h 222884"/>
                <a:gd name="connsiteX13" fmla="*/ 126365 w 169544"/>
                <a:gd name="connsiteY13" fmla="*/ 98425 h 222884"/>
                <a:gd name="connsiteX14" fmla="*/ 48260 w 169544"/>
                <a:gd name="connsiteY14" fmla="*/ 98425 h 222884"/>
                <a:gd name="connsiteX15" fmla="*/ 48260 w 169544"/>
                <a:gd name="connsiteY15" fmla="*/ 17780 h 222884"/>
                <a:gd name="connsiteX16" fmla="*/ 152400 w 169544"/>
                <a:gd name="connsiteY16" fmla="*/ 17780 h 222884"/>
                <a:gd name="connsiteX17" fmla="*/ 152400 w 169544"/>
                <a:gd name="connsiteY17" fmla="*/ 46355 h 222884"/>
                <a:gd name="connsiteX18" fmla="*/ 169545 w 169544"/>
                <a:gd name="connsiteY18" fmla="*/ 46355 h 222884"/>
                <a:gd name="connsiteX19" fmla="*/ 169545 w 169544"/>
                <a:gd name="connsiteY19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9544" h="222884">
                  <a:moveTo>
                    <a:pt x="0" y="0"/>
                  </a:moveTo>
                  <a:lnTo>
                    <a:pt x="0" y="17780"/>
                  </a:lnTo>
                  <a:lnTo>
                    <a:pt x="30480" y="17780"/>
                  </a:lnTo>
                  <a:lnTo>
                    <a:pt x="3048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169545" y="222885"/>
                  </a:lnTo>
                  <a:lnTo>
                    <a:pt x="169545" y="175895"/>
                  </a:lnTo>
                  <a:lnTo>
                    <a:pt x="152400" y="175895"/>
                  </a:lnTo>
                  <a:lnTo>
                    <a:pt x="152400" y="205105"/>
                  </a:lnTo>
                  <a:lnTo>
                    <a:pt x="48260" y="205105"/>
                  </a:lnTo>
                  <a:lnTo>
                    <a:pt x="48260" y="116205"/>
                  </a:lnTo>
                  <a:lnTo>
                    <a:pt x="126365" y="116205"/>
                  </a:lnTo>
                  <a:lnTo>
                    <a:pt x="126365" y="98425"/>
                  </a:lnTo>
                  <a:lnTo>
                    <a:pt x="48260" y="98425"/>
                  </a:lnTo>
                  <a:lnTo>
                    <a:pt x="48260" y="17780"/>
                  </a:lnTo>
                  <a:lnTo>
                    <a:pt x="152400" y="17780"/>
                  </a:lnTo>
                  <a:lnTo>
                    <a:pt x="152400" y="46355"/>
                  </a:lnTo>
                  <a:lnTo>
                    <a:pt x="169545" y="46355"/>
                  </a:lnTo>
                  <a:lnTo>
                    <a:pt x="16954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C98646F-9866-B4CC-7EC2-699388A8649B}"/>
                </a:ext>
              </a:extLst>
            </p:cNvPr>
            <p:cNvSpPr/>
            <p:nvPr/>
          </p:nvSpPr>
          <p:spPr>
            <a:xfrm>
              <a:off x="10967084" y="597534"/>
              <a:ext cx="203200" cy="223520"/>
            </a:xfrm>
            <a:custGeom>
              <a:avLst/>
              <a:gdLst>
                <a:gd name="connsiteX0" fmla="*/ 118110 w 203200"/>
                <a:gd name="connsiteY0" fmla="*/ 104775 h 223520"/>
                <a:gd name="connsiteX1" fmla="*/ 141605 w 203200"/>
                <a:gd name="connsiteY1" fmla="*/ 98425 h 223520"/>
                <a:gd name="connsiteX2" fmla="*/ 151765 w 203200"/>
                <a:gd name="connsiteY2" fmla="*/ 60325 h 223520"/>
                <a:gd name="connsiteX3" fmla="*/ 142240 w 203200"/>
                <a:gd name="connsiteY3" fmla="*/ 23495 h 223520"/>
                <a:gd name="connsiteX4" fmla="*/ 118745 w 203200"/>
                <a:gd name="connsiteY4" fmla="*/ 17780 h 223520"/>
                <a:gd name="connsiteX5" fmla="*/ 48260 w 203200"/>
                <a:gd name="connsiteY5" fmla="*/ 17780 h 223520"/>
                <a:gd name="connsiteX6" fmla="*/ 48260 w 203200"/>
                <a:gd name="connsiteY6" fmla="*/ 104775 h 223520"/>
                <a:gd name="connsiteX7" fmla="*/ 118110 w 203200"/>
                <a:gd name="connsiteY7" fmla="*/ 104775 h 223520"/>
                <a:gd name="connsiteX8" fmla="*/ 171450 w 203200"/>
                <a:gd name="connsiteY8" fmla="*/ 205105 h 223520"/>
                <a:gd name="connsiteX9" fmla="*/ 203200 w 203200"/>
                <a:gd name="connsiteY9" fmla="*/ 205105 h 223520"/>
                <a:gd name="connsiteX10" fmla="*/ 203200 w 203200"/>
                <a:gd name="connsiteY10" fmla="*/ 222885 h 223520"/>
                <a:gd name="connsiteX11" fmla="*/ 168910 w 203200"/>
                <a:gd name="connsiteY11" fmla="*/ 222885 h 223520"/>
                <a:gd name="connsiteX12" fmla="*/ 156845 w 203200"/>
                <a:gd name="connsiteY12" fmla="*/ 219710 h 223520"/>
                <a:gd name="connsiteX13" fmla="*/ 150495 w 203200"/>
                <a:gd name="connsiteY13" fmla="*/ 165735 h 223520"/>
                <a:gd name="connsiteX14" fmla="*/ 142240 w 203200"/>
                <a:gd name="connsiteY14" fmla="*/ 128270 h 223520"/>
                <a:gd name="connsiteX15" fmla="*/ 116205 w 203200"/>
                <a:gd name="connsiteY15" fmla="*/ 122555 h 223520"/>
                <a:gd name="connsiteX16" fmla="*/ 47625 w 203200"/>
                <a:gd name="connsiteY16" fmla="*/ 122555 h 223520"/>
                <a:gd name="connsiteX17" fmla="*/ 47625 w 203200"/>
                <a:gd name="connsiteY17" fmla="*/ 205740 h 223520"/>
                <a:gd name="connsiteX18" fmla="*/ 81915 w 203200"/>
                <a:gd name="connsiteY18" fmla="*/ 205740 h 223520"/>
                <a:gd name="connsiteX19" fmla="*/ 81915 w 203200"/>
                <a:gd name="connsiteY19" fmla="*/ 223520 h 223520"/>
                <a:gd name="connsiteX20" fmla="*/ 0 w 203200"/>
                <a:gd name="connsiteY20" fmla="*/ 223520 h 223520"/>
                <a:gd name="connsiteX21" fmla="*/ 0 w 203200"/>
                <a:gd name="connsiteY21" fmla="*/ 205740 h 223520"/>
                <a:gd name="connsiteX22" fmla="*/ 30480 w 203200"/>
                <a:gd name="connsiteY22" fmla="*/ 205740 h 223520"/>
                <a:gd name="connsiteX23" fmla="*/ 30480 w 203200"/>
                <a:gd name="connsiteY23" fmla="*/ 17780 h 223520"/>
                <a:gd name="connsiteX24" fmla="*/ 0 w 203200"/>
                <a:gd name="connsiteY24" fmla="*/ 17780 h 223520"/>
                <a:gd name="connsiteX25" fmla="*/ 0 w 203200"/>
                <a:gd name="connsiteY25" fmla="*/ 0 h 223520"/>
                <a:gd name="connsiteX26" fmla="*/ 123190 w 203200"/>
                <a:gd name="connsiteY26" fmla="*/ 0 h 223520"/>
                <a:gd name="connsiteX27" fmla="*/ 156210 w 203200"/>
                <a:gd name="connsiteY27" fmla="*/ 9525 h 223520"/>
                <a:gd name="connsiteX28" fmla="*/ 170180 w 203200"/>
                <a:gd name="connsiteY28" fmla="*/ 60325 h 223520"/>
                <a:gd name="connsiteX29" fmla="*/ 139700 w 203200"/>
                <a:gd name="connsiteY29" fmla="*/ 114300 h 223520"/>
                <a:gd name="connsiteX30" fmla="*/ 144780 w 203200"/>
                <a:gd name="connsiteY30" fmla="*/ 114935 h 223520"/>
                <a:gd name="connsiteX31" fmla="*/ 170180 w 203200"/>
                <a:gd name="connsiteY31" fmla="*/ 165735 h 223520"/>
                <a:gd name="connsiteX32" fmla="*/ 171450 w 203200"/>
                <a:gd name="connsiteY32" fmla="*/ 205105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3200" h="223520">
                  <a:moveTo>
                    <a:pt x="118110" y="104775"/>
                  </a:moveTo>
                  <a:cubicBezTo>
                    <a:pt x="131445" y="104775"/>
                    <a:pt x="137160" y="102870"/>
                    <a:pt x="141605" y="98425"/>
                  </a:cubicBezTo>
                  <a:cubicBezTo>
                    <a:pt x="146050" y="93980"/>
                    <a:pt x="151765" y="87630"/>
                    <a:pt x="151765" y="60325"/>
                  </a:cubicBezTo>
                  <a:cubicBezTo>
                    <a:pt x="151765" y="33020"/>
                    <a:pt x="147320" y="27940"/>
                    <a:pt x="142240" y="23495"/>
                  </a:cubicBezTo>
                  <a:cubicBezTo>
                    <a:pt x="137795" y="19050"/>
                    <a:pt x="130810" y="17780"/>
                    <a:pt x="118745" y="17780"/>
                  </a:cubicBezTo>
                  <a:lnTo>
                    <a:pt x="48260" y="17780"/>
                  </a:lnTo>
                  <a:lnTo>
                    <a:pt x="48260" y="104775"/>
                  </a:lnTo>
                  <a:lnTo>
                    <a:pt x="118110" y="104775"/>
                  </a:lnTo>
                  <a:close/>
                  <a:moveTo>
                    <a:pt x="171450" y="205105"/>
                  </a:moveTo>
                  <a:lnTo>
                    <a:pt x="203200" y="205105"/>
                  </a:lnTo>
                  <a:lnTo>
                    <a:pt x="203200" y="222885"/>
                  </a:lnTo>
                  <a:lnTo>
                    <a:pt x="168910" y="222885"/>
                  </a:lnTo>
                  <a:cubicBezTo>
                    <a:pt x="162560" y="222885"/>
                    <a:pt x="159385" y="222250"/>
                    <a:pt x="156845" y="219710"/>
                  </a:cubicBezTo>
                  <a:cubicBezTo>
                    <a:pt x="153035" y="215900"/>
                    <a:pt x="151765" y="211455"/>
                    <a:pt x="150495" y="165735"/>
                  </a:cubicBezTo>
                  <a:cubicBezTo>
                    <a:pt x="149860" y="140335"/>
                    <a:pt x="146685" y="132715"/>
                    <a:pt x="142240" y="128270"/>
                  </a:cubicBezTo>
                  <a:cubicBezTo>
                    <a:pt x="137160" y="122555"/>
                    <a:pt x="130175" y="122555"/>
                    <a:pt x="116205" y="122555"/>
                  </a:cubicBezTo>
                  <a:lnTo>
                    <a:pt x="47625" y="122555"/>
                  </a:lnTo>
                  <a:lnTo>
                    <a:pt x="47625" y="205740"/>
                  </a:lnTo>
                  <a:lnTo>
                    <a:pt x="81915" y="205740"/>
                  </a:lnTo>
                  <a:lnTo>
                    <a:pt x="81915" y="223520"/>
                  </a:lnTo>
                  <a:lnTo>
                    <a:pt x="0" y="223520"/>
                  </a:lnTo>
                  <a:lnTo>
                    <a:pt x="0" y="205740"/>
                  </a:lnTo>
                  <a:lnTo>
                    <a:pt x="30480" y="205740"/>
                  </a:ln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123190" y="0"/>
                  </a:lnTo>
                  <a:cubicBezTo>
                    <a:pt x="139700" y="0"/>
                    <a:pt x="149225" y="1905"/>
                    <a:pt x="156210" y="9525"/>
                  </a:cubicBezTo>
                  <a:cubicBezTo>
                    <a:pt x="165100" y="18415"/>
                    <a:pt x="170180" y="28575"/>
                    <a:pt x="170180" y="60325"/>
                  </a:cubicBezTo>
                  <a:cubicBezTo>
                    <a:pt x="170180" y="98425"/>
                    <a:pt x="159385" y="109220"/>
                    <a:pt x="139700" y="114300"/>
                  </a:cubicBezTo>
                  <a:lnTo>
                    <a:pt x="144780" y="114935"/>
                  </a:lnTo>
                  <a:cubicBezTo>
                    <a:pt x="165735" y="119380"/>
                    <a:pt x="168275" y="127635"/>
                    <a:pt x="170180" y="165735"/>
                  </a:cubicBezTo>
                  <a:cubicBezTo>
                    <a:pt x="170180" y="194945"/>
                    <a:pt x="170815" y="197485"/>
                    <a:pt x="171450" y="2051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588690A-6024-D8F5-D5D7-FFDE29F80864}"/>
                </a:ext>
              </a:extLst>
            </p:cNvPr>
            <p:cNvSpPr/>
            <p:nvPr/>
          </p:nvSpPr>
          <p:spPr>
            <a:xfrm>
              <a:off x="11202034" y="597534"/>
              <a:ext cx="158750" cy="222884"/>
            </a:xfrm>
            <a:custGeom>
              <a:avLst/>
              <a:gdLst>
                <a:gd name="connsiteX0" fmla="*/ 145415 w 158750"/>
                <a:gd name="connsiteY0" fmla="*/ 213360 h 222884"/>
                <a:gd name="connsiteX1" fmla="*/ 114300 w 158750"/>
                <a:gd name="connsiteY1" fmla="*/ 222885 h 222884"/>
                <a:gd name="connsiteX2" fmla="*/ 42545 w 158750"/>
                <a:gd name="connsiteY2" fmla="*/ 222885 h 222884"/>
                <a:gd name="connsiteX3" fmla="*/ 11430 w 158750"/>
                <a:gd name="connsiteY3" fmla="*/ 213995 h 222884"/>
                <a:gd name="connsiteX4" fmla="*/ 0 w 158750"/>
                <a:gd name="connsiteY4" fmla="*/ 157480 h 222884"/>
                <a:gd name="connsiteX5" fmla="*/ 17780 w 158750"/>
                <a:gd name="connsiteY5" fmla="*/ 157480 h 222884"/>
                <a:gd name="connsiteX6" fmla="*/ 25400 w 158750"/>
                <a:gd name="connsiteY6" fmla="*/ 198755 h 222884"/>
                <a:gd name="connsiteX7" fmla="*/ 46355 w 158750"/>
                <a:gd name="connsiteY7" fmla="*/ 205105 h 222884"/>
                <a:gd name="connsiteX8" fmla="*/ 113030 w 158750"/>
                <a:gd name="connsiteY8" fmla="*/ 205105 h 222884"/>
                <a:gd name="connsiteX9" fmla="*/ 134620 w 158750"/>
                <a:gd name="connsiteY9" fmla="*/ 198755 h 222884"/>
                <a:gd name="connsiteX10" fmla="*/ 140335 w 158750"/>
                <a:gd name="connsiteY10" fmla="*/ 163830 h 222884"/>
                <a:gd name="connsiteX11" fmla="*/ 135255 w 158750"/>
                <a:gd name="connsiteY11" fmla="*/ 132715 h 222884"/>
                <a:gd name="connsiteX12" fmla="*/ 111125 w 158750"/>
                <a:gd name="connsiteY12" fmla="*/ 125730 h 222884"/>
                <a:gd name="connsiteX13" fmla="*/ 46990 w 158750"/>
                <a:gd name="connsiteY13" fmla="*/ 118110 h 222884"/>
                <a:gd name="connsiteX14" fmla="*/ 13970 w 158750"/>
                <a:gd name="connsiteY14" fmla="*/ 104140 h 222884"/>
                <a:gd name="connsiteX15" fmla="*/ 3810 w 158750"/>
                <a:gd name="connsiteY15" fmla="*/ 58420 h 222884"/>
                <a:gd name="connsiteX16" fmla="*/ 16510 w 158750"/>
                <a:gd name="connsiteY16" fmla="*/ 9525 h 222884"/>
                <a:gd name="connsiteX17" fmla="*/ 47625 w 158750"/>
                <a:gd name="connsiteY17" fmla="*/ 0 h 222884"/>
                <a:gd name="connsiteX18" fmla="*/ 112395 w 158750"/>
                <a:gd name="connsiteY18" fmla="*/ 0 h 222884"/>
                <a:gd name="connsiteX19" fmla="*/ 143510 w 158750"/>
                <a:gd name="connsiteY19" fmla="*/ 8890 h 222884"/>
                <a:gd name="connsiteX20" fmla="*/ 154940 w 158750"/>
                <a:gd name="connsiteY20" fmla="*/ 62865 h 222884"/>
                <a:gd name="connsiteX21" fmla="*/ 137160 w 158750"/>
                <a:gd name="connsiteY21" fmla="*/ 62865 h 222884"/>
                <a:gd name="connsiteX22" fmla="*/ 129540 w 158750"/>
                <a:gd name="connsiteY22" fmla="*/ 23495 h 222884"/>
                <a:gd name="connsiteX23" fmla="*/ 108585 w 158750"/>
                <a:gd name="connsiteY23" fmla="*/ 17145 h 222884"/>
                <a:gd name="connsiteX24" fmla="*/ 51435 w 158750"/>
                <a:gd name="connsiteY24" fmla="*/ 17145 h 222884"/>
                <a:gd name="connsiteX25" fmla="*/ 29845 w 158750"/>
                <a:gd name="connsiteY25" fmla="*/ 23495 h 222884"/>
                <a:gd name="connsiteX26" fmla="*/ 22225 w 158750"/>
                <a:gd name="connsiteY26" fmla="*/ 57785 h 222884"/>
                <a:gd name="connsiteX27" fmla="*/ 29210 w 158750"/>
                <a:gd name="connsiteY27" fmla="*/ 92075 h 222884"/>
                <a:gd name="connsiteX28" fmla="*/ 53340 w 158750"/>
                <a:gd name="connsiteY28" fmla="*/ 99060 h 222884"/>
                <a:gd name="connsiteX29" fmla="*/ 115570 w 158750"/>
                <a:gd name="connsiteY29" fmla="*/ 105410 h 222884"/>
                <a:gd name="connsiteX30" fmla="*/ 148590 w 158750"/>
                <a:gd name="connsiteY30" fmla="*/ 116205 h 222884"/>
                <a:gd name="connsiteX31" fmla="*/ 158750 w 158750"/>
                <a:gd name="connsiteY31" fmla="*/ 163830 h 222884"/>
                <a:gd name="connsiteX32" fmla="*/ 145415 w 158750"/>
                <a:gd name="connsiteY32" fmla="*/ 21336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8750" h="222884">
                  <a:moveTo>
                    <a:pt x="145415" y="213360"/>
                  </a:moveTo>
                  <a:cubicBezTo>
                    <a:pt x="139700" y="219710"/>
                    <a:pt x="130810" y="222885"/>
                    <a:pt x="114300" y="222885"/>
                  </a:cubicBezTo>
                  <a:lnTo>
                    <a:pt x="42545" y="222885"/>
                  </a:lnTo>
                  <a:cubicBezTo>
                    <a:pt x="26670" y="222885"/>
                    <a:pt x="17780" y="220345"/>
                    <a:pt x="11430" y="213995"/>
                  </a:cubicBezTo>
                  <a:cubicBezTo>
                    <a:pt x="3175" y="205740"/>
                    <a:pt x="0" y="198120"/>
                    <a:pt x="0" y="157480"/>
                  </a:cubicBezTo>
                  <a:lnTo>
                    <a:pt x="17780" y="157480"/>
                  </a:lnTo>
                  <a:cubicBezTo>
                    <a:pt x="18415" y="191770"/>
                    <a:pt x="20320" y="193675"/>
                    <a:pt x="25400" y="198755"/>
                  </a:cubicBezTo>
                  <a:cubicBezTo>
                    <a:pt x="29845" y="203200"/>
                    <a:pt x="35560" y="205105"/>
                    <a:pt x="46355" y="205105"/>
                  </a:cubicBezTo>
                  <a:lnTo>
                    <a:pt x="113030" y="205105"/>
                  </a:lnTo>
                  <a:cubicBezTo>
                    <a:pt x="124460" y="205105"/>
                    <a:pt x="130175" y="203200"/>
                    <a:pt x="134620" y="198755"/>
                  </a:cubicBezTo>
                  <a:cubicBezTo>
                    <a:pt x="140335" y="193675"/>
                    <a:pt x="140335" y="187325"/>
                    <a:pt x="140335" y="163830"/>
                  </a:cubicBezTo>
                  <a:cubicBezTo>
                    <a:pt x="140335" y="139700"/>
                    <a:pt x="140970" y="138430"/>
                    <a:pt x="135255" y="132715"/>
                  </a:cubicBezTo>
                  <a:cubicBezTo>
                    <a:pt x="130810" y="128270"/>
                    <a:pt x="126365" y="127635"/>
                    <a:pt x="111125" y="125730"/>
                  </a:cubicBezTo>
                  <a:lnTo>
                    <a:pt x="46990" y="118110"/>
                  </a:lnTo>
                  <a:cubicBezTo>
                    <a:pt x="27305" y="116205"/>
                    <a:pt x="19050" y="109855"/>
                    <a:pt x="13970" y="104140"/>
                  </a:cubicBezTo>
                  <a:cubicBezTo>
                    <a:pt x="6985" y="97155"/>
                    <a:pt x="3810" y="86995"/>
                    <a:pt x="3810" y="58420"/>
                  </a:cubicBezTo>
                  <a:cubicBezTo>
                    <a:pt x="3810" y="32385"/>
                    <a:pt x="7620" y="18415"/>
                    <a:pt x="16510" y="9525"/>
                  </a:cubicBezTo>
                  <a:cubicBezTo>
                    <a:pt x="22860" y="3810"/>
                    <a:pt x="31115" y="0"/>
                    <a:pt x="47625" y="0"/>
                  </a:cubicBezTo>
                  <a:lnTo>
                    <a:pt x="112395" y="0"/>
                  </a:lnTo>
                  <a:cubicBezTo>
                    <a:pt x="128270" y="0"/>
                    <a:pt x="137160" y="2540"/>
                    <a:pt x="143510" y="8890"/>
                  </a:cubicBezTo>
                  <a:cubicBezTo>
                    <a:pt x="152400" y="17780"/>
                    <a:pt x="154940" y="26670"/>
                    <a:pt x="154940" y="62865"/>
                  </a:cubicBezTo>
                  <a:lnTo>
                    <a:pt x="137160" y="62865"/>
                  </a:lnTo>
                  <a:cubicBezTo>
                    <a:pt x="136525" y="32385"/>
                    <a:pt x="135255" y="28575"/>
                    <a:pt x="129540" y="23495"/>
                  </a:cubicBezTo>
                  <a:cubicBezTo>
                    <a:pt x="125095" y="19050"/>
                    <a:pt x="119380" y="17145"/>
                    <a:pt x="108585" y="17145"/>
                  </a:cubicBezTo>
                  <a:lnTo>
                    <a:pt x="51435" y="17145"/>
                  </a:lnTo>
                  <a:cubicBezTo>
                    <a:pt x="40005" y="17145"/>
                    <a:pt x="34290" y="19050"/>
                    <a:pt x="29845" y="23495"/>
                  </a:cubicBezTo>
                  <a:cubicBezTo>
                    <a:pt x="24130" y="29210"/>
                    <a:pt x="22225" y="36830"/>
                    <a:pt x="22225" y="57785"/>
                  </a:cubicBezTo>
                  <a:cubicBezTo>
                    <a:pt x="22225" y="81280"/>
                    <a:pt x="24130" y="86995"/>
                    <a:pt x="29210" y="92075"/>
                  </a:cubicBezTo>
                  <a:cubicBezTo>
                    <a:pt x="33655" y="95885"/>
                    <a:pt x="38735" y="97155"/>
                    <a:pt x="53340" y="99060"/>
                  </a:cubicBezTo>
                  <a:lnTo>
                    <a:pt x="115570" y="105410"/>
                  </a:lnTo>
                  <a:cubicBezTo>
                    <a:pt x="133985" y="107315"/>
                    <a:pt x="142875" y="110490"/>
                    <a:pt x="148590" y="116205"/>
                  </a:cubicBezTo>
                  <a:cubicBezTo>
                    <a:pt x="155575" y="123825"/>
                    <a:pt x="158750" y="134620"/>
                    <a:pt x="158750" y="163830"/>
                  </a:cubicBezTo>
                  <a:cubicBezTo>
                    <a:pt x="158750" y="193040"/>
                    <a:pt x="154305" y="204470"/>
                    <a:pt x="145415" y="21336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DA94C19-568D-CFCE-D45E-91A47A914D72}"/>
                </a:ext>
              </a:extLst>
            </p:cNvPr>
            <p:cNvSpPr/>
            <p:nvPr/>
          </p:nvSpPr>
          <p:spPr>
            <a:xfrm>
              <a:off x="11722734" y="597534"/>
              <a:ext cx="209550" cy="222884"/>
            </a:xfrm>
            <a:custGeom>
              <a:avLst/>
              <a:gdLst>
                <a:gd name="connsiteX0" fmla="*/ 132715 w 209550"/>
                <a:gd name="connsiteY0" fmla="*/ 0 h 222884"/>
                <a:gd name="connsiteX1" fmla="*/ 132715 w 209550"/>
                <a:gd name="connsiteY1" fmla="*/ 17780 h 222884"/>
                <a:gd name="connsiteX2" fmla="*/ 164465 w 209550"/>
                <a:gd name="connsiteY2" fmla="*/ 17780 h 222884"/>
                <a:gd name="connsiteX3" fmla="*/ 106045 w 209550"/>
                <a:gd name="connsiteY3" fmla="*/ 113665 h 222884"/>
                <a:gd name="connsiteX4" fmla="*/ 104775 w 209550"/>
                <a:gd name="connsiteY4" fmla="*/ 113665 h 222884"/>
                <a:gd name="connsiteX5" fmla="*/ 46990 w 209550"/>
                <a:gd name="connsiteY5" fmla="*/ 17780 h 222884"/>
                <a:gd name="connsiteX6" fmla="*/ 79375 w 209550"/>
                <a:gd name="connsiteY6" fmla="*/ 17780 h 222884"/>
                <a:gd name="connsiteX7" fmla="*/ 79375 w 209550"/>
                <a:gd name="connsiteY7" fmla="*/ 0 h 222884"/>
                <a:gd name="connsiteX8" fmla="*/ 0 w 209550"/>
                <a:gd name="connsiteY8" fmla="*/ 0 h 222884"/>
                <a:gd name="connsiteX9" fmla="*/ 0 w 209550"/>
                <a:gd name="connsiteY9" fmla="*/ 17780 h 222884"/>
                <a:gd name="connsiteX10" fmla="*/ 25400 w 209550"/>
                <a:gd name="connsiteY10" fmla="*/ 17780 h 222884"/>
                <a:gd name="connsiteX11" fmla="*/ 95885 w 209550"/>
                <a:gd name="connsiteY11" fmla="*/ 128905 h 222884"/>
                <a:gd name="connsiteX12" fmla="*/ 95885 w 209550"/>
                <a:gd name="connsiteY12" fmla="*/ 205105 h 222884"/>
                <a:gd name="connsiteX13" fmla="*/ 62865 w 209550"/>
                <a:gd name="connsiteY13" fmla="*/ 205105 h 222884"/>
                <a:gd name="connsiteX14" fmla="*/ 62865 w 209550"/>
                <a:gd name="connsiteY14" fmla="*/ 222885 h 222884"/>
                <a:gd name="connsiteX15" fmla="*/ 146685 w 209550"/>
                <a:gd name="connsiteY15" fmla="*/ 222885 h 222884"/>
                <a:gd name="connsiteX16" fmla="*/ 146685 w 209550"/>
                <a:gd name="connsiteY16" fmla="*/ 205105 h 222884"/>
                <a:gd name="connsiteX17" fmla="*/ 113665 w 209550"/>
                <a:gd name="connsiteY17" fmla="*/ 205105 h 222884"/>
                <a:gd name="connsiteX18" fmla="*/ 113665 w 209550"/>
                <a:gd name="connsiteY18" fmla="*/ 128270 h 222884"/>
                <a:gd name="connsiteX19" fmla="*/ 183515 w 209550"/>
                <a:gd name="connsiteY19" fmla="*/ 17780 h 222884"/>
                <a:gd name="connsiteX20" fmla="*/ 209550 w 209550"/>
                <a:gd name="connsiteY20" fmla="*/ 17780 h 222884"/>
                <a:gd name="connsiteX21" fmla="*/ 209550 w 209550"/>
                <a:gd name="connsiteY2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50" h="222884">
                  <a:moveTo>
                    <a:pt x="132715" y="0"/>
                  </a:moveTo>
                  <a:lnTo>
                    <a:pt x="132715" y="17780"/>
                  </a:lnTo>
                  <a:lnTo>
                    <a:pt x="164465" y="17780"/>
                  </a:lnTo>
                  <a:lnTo>
                    <a:pt x="106045" y="113665"/>
                  </a:lnTo>
                  <a:lnTo>
                    <a:pt x="104775" y="113665"/>
                  </a:lnTo>
                  <a:lnTo>
                    <a:pt x="46990" y="17780"/>
                  </a:lnTo>
                  <a:lnTo>
                    <a:pt x="79375" y="17780"/>
                  </a:lnTo>
                  <a:lnTo>
                    <a:pt x="79375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25400" y="17780"/>
                  </a:lnTo>
                  <a:lnTo>
                    <a:pt x="95885" y="128905"/>
                  </a:lnTo>
                  <a:lnTo>
                    <a:pt x="95885" y="205105"/>
                  </a:lnTo>
                  <a:lnTo>
                    <a:pt x="62865" y="205105"/>
                  </a:lnTo>
                  <a:lnTo>
                    <a:pt x="62865" y="222885"/>
                  </a:lnTo>
                  <a:lnTo>
                    <a:pt x="146685" y="222885"/>
                  </a:lnTo>
                  <a:lnTo>
                    <a:pt x="146685" y="205105"/>
                  </a:lnTo>
                  <a:lnTo>
                    <a:pt x="113665" y="205105"/>
                  </a:lnTo>
                  <a:lnTo>
                    <a:pt x="113665" y="128270"/>
                  </a:lnTo>
                  <a:lnTo>
                    <a:pt x="183515" y="17780"/>
                  </a:lnTo>
                  <a:lnTo>
                    <a:pt x="209550" y="17780"/>
                  </a:lnTo>
                  <a:lnTo>
                    <a:pt x="20955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500A81F-8871-D05D-EB07-D9A9F728BD7F}"/>
                </a:ext>
              </a:extLst>
            </p:cNvPr>
            <p:cNvSpPr/>
            <p:nvPr/>
          </p:nvSpPr>
          <p:spPr>
            <a:xfrm>
              <a:off x="11511915" y="597534"/>
              <a:ext cx="183515" cy="222884"/>
            </a:xfrm>
            <a:custGeom>
              <a:avLst/>
              <a:gdLst>
                <a:gd name="connsiteX0" fmla="*/ 0 w 183515"/>
                <a:gd name="connsiteY0" fmla="*/ 0 h 222884"/>
                <a:gd name="connsiteX1" fmla="*/ 0 w 183515"/>
                <a:gd name="connsiteY1" fmla="*/ 59055 h 222884"/>
                <a:gd name="connsiteX2" fmla="*/ 17145 w 183515"/>
                <a:gd name="connsiteY2" fmla="*/ 59055 h 222884"/>
                <a:gd name="connsiteX3" fmla="*/ 17145 w 183515"/>
                <a:gd name="connsiteY3" fmla="*/ 13970 h 222884"/>
                <a:gd name="connsiteX4" fmla="*/ 82550 w 183515"/>
                <a:gd name="connsiteY4" fmla="*/ 13970 h 222884"/>
                <a:gd name="connsiteX5" fmla="*/ 82550 w 183515"/>
                <a:gd name="connsiteY5" fmla="*/ 205105 h 222884"/>
                <a:gd name="connsiteX6" fmla="*/ 49530 w 183515"/>
                <a:gd name="connsiteY6" fmla="*/ 205105 h 222884"/>
                <a:gd name="connsiteX7" fmla="*/ 49530 w 183515"/>
                <a:gd name="connsiteY7" fmla="*/ 222885 h 222884"/>
                <a:gd name="connsiteX8" fmla="*/ 133350 w 183515"/>
                <a:gd name="connsiteY8" fmla="*/ 222885 h 222884"/>
                <a:gd name="connsiteX9" fmla="*/ 133350 w 183515"/>
                <a:gd name="connsiteY9" fmla="*/ 205105 h 222884"/>
                <a:gd name="connsiteX10" fmla="*/ 100330 w 183515"/>
                <a:gd name="connsiteY10" fmla="*/ 205105 h 222884"/>
                <a:gd name="connsiteX11" fmla="*/ 100330 w 183515"/>
                <a:gd name="connsiteY11" fmla="*/ 13970 h 222884"/>
                <a:gd name="connsiteX12" fmla="*/ 165735 w 183515"/>
                <a:gd name="connsiteY12" fmla="*/ 13970 h 222884"/>
                <a:gd name="connsiteX13" fmla="*/ 165735 w 183515"/>
                <a:gd name="connsiteY13" fmla="*/ 59055 h 222884"/>
                <a:gd name="connsiteX14" fmla="*/ 183515 w 183515"/>
                <a:gd name="connsiteY14" fmla="*/ 59055 h 222884"/>
                <a:gd name="connsiteX15" fmla="*/ 183515 w 183515"/>
                <a:gd name="connsiteY15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3515" h="222884">
                  <a:moveTo>
                    <a:pt x="0" y="0"/>
                  </a:moveTo>
                  <a:lnTo>
                    <a:pt x="0" y="59055"/>
                  </a:lnTo>
                  <a:lnTo>
                    <a:pt x="17145" y="59055"/>
                  </a:lnTo>
                  <a:lnTo>
                    <a:pt x="17145" y="13970"/>
                  </a:lnTo>
                  <a:lnTo>
                    <a:pt x="82550" y="13970"/>
                  </a:lnTo>
                  <a:lnTo>
                    <a:pt x="82550" y="205105"/>
                  </a:lnTo>
                  <a:lnTo>
                    <a:pt x="49530" y="205105"/>
                  </a:lnTo>
                  <a:lnTo>
                    <a:pt x="49530" y="222885"/>
                  </a:lnTo>
                  <a:lnTo>
                    <a:pt x="133350" y="222885"/>
                  </a:lnTo>
                  <a:lnTo>
                    <a:pt x="133350" y="205105"/>
                  </a:lnTo>
                  <a:lnTo>
                    <a:pt x="100330" y="205105"/>
                  </a:lnTo>
                  <a:lnTo>
                    <a:pt x="100330" y="13970"/>
                  </a:lnTo>
                  <a:lnTo>
                    <a:pt x="165735" y="13970"/>
                  </a:lnTo>
                  <a:lnTo>
                    <a:pt x="165735" y="59055"/>
                  </a:lnTo>
                  <a:lnTo>
                    <a:pt x="183515" y="59055"/>
                  </a:lnTo>
                  <a:lnTo>
                    <a:pt x="18351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CF0E74F-CD9B-1F1A-D0B8-878DC22A3564}"/>
                </a:ext>
              </a:extLst>
            </p:cNvPr>
            <p:cNvSpPr/>
            <p:nvPr/>
          </p:nvSpPr>
          <p:spPr>
            <a:xfrm>
              <a:off x="11396980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BD8A4C25-0C7A-6F2E-4A71-EEE4F03442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0"/>
            <a:ext cx="6767513" cy="35952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1D88D8-3725-51F3-D619-DD8C883C8CB5}"/>
              </a:ext>
            </a:extLst>
          </p:cNvPr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3" name="Flowchart: Manual Input 5">
              <a:extLst>
                <a:ext uri="{FF2B5EF4-FFF2-40B4-BE49-F238E27FC236}">
                  <a16:creationId xmlns:a16="http://schemas.microsoft.com/office/drawing/2014/main" id="{E1DD5643-72F7-2C62-9E52-E87D35AC1423}"/>
                </a:ext>
              </a:extLst>
            </p:cNvPr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4" name="Flowchart: Manual Input 5">
              <a:extLst>
                <a:ext uri="{FF2B5EF4-FFF2-40B4-BE49-F238E27FC236}">
                  <a16:creationId xmlns:a16="http://schemas.microsoft.com/office/drawing/2014/main" id="{7ECA5FF2-33F3-E5B7-EEA5-E90776891CB3}"/>
                </a:ext>
              </a:extLst>
            </p:cNvPr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85089" y="2567923"/>
            <a:ext cx="8421823" cy="1750095"/>
          </a:xfrm>
          <a:prstGeom prst="rect">
            <a:avLst/>
          </a:prstGeom>
        </p:spPr>
        <p:txBody>
          <a:bodyPr anchor="ctr"/>
          <a:lstStyle>
            <a:lvl1pPr algn="l">
              <a:defRPr sz="4000" spc="0" baseline="0">
                <a:solidFill>
                  <a:schemeClr val="bg1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18142" y="4573513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543BDF2-E0E6-5E5C-4F84-ACDDB870014D}"/>
              </a:ext>
            </a:extLst>
          </p:cNvPr>
          <p:cNvCxnSpPr>
            <a:cxnSpLocks/>
          </p:cNvCxnSpPr>
          <p:nvPr userDrawn="1"/>
        </p:nvCxnSpPr>
        <p:spPr>
          <a:xfrm>
            <a:off x="702557" y="6096000"/>
            <a:ext cx="1082065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F19D97-882F-FB7A-0C06-25D4E96E7034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race.reva.edu.in	</a:t>
            </a:r>
            <a:r>
              <a:rPr lang="en-IN" sz="1600" dirty="0">
                <a:solidFill>
                  <a:schemeClr val="tx1"/>
                </a:solidFill>
              </a:rPr>
              <a:t>				              REVA Academy for Corporate Excellence - RACE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25148E42-2F52-4CFF-1668-E99410C22286}"/>
              </a:ext>
            </a:extLst>
          </p:cNvPr>
          <p:cNvGrpSpPr>
            <a:grpSpLocks noChangeAspect="1"/>
          </p:cNvGrpSpPr>
          <p:nvPr/>
        </p:nvGrpSpPr>
        <p:grpSpPr>
          <a:xfrm>
            <a:off x="9606693" y="280241"/>
            <a:ext cx="2262122" cy="630000"/>
            <a:chOff x="1355725" y="1600200"/>
            <a:chExt cx="9480550" cy="264032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E2723F-0E9C-6C66-257E-1D97067E2A38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322243-FF8F-48EB-BBB3-C0EF03325C2D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37BBF4D-7810-C3E8-A914-A2FA8C691931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9C8CD2-224E-A81F-8BC9-D6A0E2ABC31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18DD20-800B-054C-0E2B-34631F41CB33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5D58D8D-5D50-FCEC-CE6E-E2FB5437A77C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E931E3-E173-BA96-6B0F-4C3BEED36C03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BEF4DB-A04B-3C26-201B-8228541EEFD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65AA67F-7B3E-86C6-DB50-DD9F30692DB7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8CE4CF-8F12-B0EC-F8AD-81446E914E1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D02B8A-CD71-F3DA-8333-ED5D83939CE6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C146D5-CF6B-08C8-CEB2-DCE388F16B63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7DC3CA-3A94-5CFE-FAC9-A0074E18189F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362429D-060C-010E-BB13-A5A1BD820B6F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9B2A9-2619-1806-ECEB-8D6243BEE862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8025FD-12ED-5B68-031D-8E95A943AFF6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F438F60-798B-C5E3-6499-10CF847D9E02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2E9A295-CBB8-11FB-F20B-91E0ABAF5D9C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A0F764-7E07-16BA-1160-5A1ABCE8A32D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1C3C25-1F40-18A3-6055-38492B515274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A924BC1-3B6B-997C-35D2-D32C3B3D0722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D900F4-C05D-0641-33CF-5AA16A19185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2D0374A-3D39-AF2E-5813-F6889C7F2B88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C8F10F-E6B1-7180-77DB-08F163604ACC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0" name="Graphic 98">
            <a:extLst>
              <a:ext uri="{FF2B5EF4-FFF2-40B4-BE49-F238E27FC236}">
                <a16:creationId xmlns:a16="http://schemas.microsoft.com/office/drawing/2014/main" id="{E88B4AB8-14B3-352F-9F15-10B1C9CAFA82}"/>
              </a:ext>
            </a:extLst>
          </p:cNvPr>
          <p:cNvGrpSpPr/>
          <p:nvPr/>
        </p:nvGrpSpPr>
        <p:grpSpPr>
          <a:xfrm>
            <a:off x="454940" y="394938"/>
            <a:ext cx="1772792" cy="724189"/>
            <a:chOff x="1390650" y="1506854"/>
            <a:chExt cx="9410700" cy="3844289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75F21D1-FBBD-2150-93FA-B8D729FDC232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849518-8E74-D6C0-B3A9-071355E88D3B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3" name="Graphic 98">
              <a:extLst>
                <a:ext uri="{FF2B5EF4-FFF2-40B4-BE49-F238E27FC236}">
                  <a16:creationId xmlns:a16="http://schemas.microsoft.com/office/drawing/2014/main" id="{5214A383-5648-74DF-FFBA-4526BB78EE4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22D6791-5A4F-6F10-A91B-3BC2A22B9169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EF63B45-D64D-2A34-4974-9618ACF953D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B0D53A7-06CA-4CCF-CF16-00816D0F78E8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D292A29-1923-B09E-EEEF-6D878D657B8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04FBA31-C354-2BA5-F79A-03A2AC38B3AE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9" name="Graphic 98">
              <a:extLst>
                <a:ext uri="{FF2B5EF4-FFF2-40B4-BE49-F238E27FC236}">
                  <a16:creationId xmlns:a16="http://schemas.microsoft.com/office/drawing/2014/main" id="{A8988270-B9C5-3505-8515-0FADEFD6B80D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A2AA6AC-E71A-3552-2994-3F6D0AC9A268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A1583F81-A4E2-9AD6-E148-64A5D844A571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58AD3A-2C2C-18CF-D0A9-A927F34B8503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F8B70D0-1245-AC84-B989-08A5AFC282D6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E78DD60-1228-4539-95B6-4286A89581DF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2D2937-CA79-69F6-3C23-9BE5642751C6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7B9BA46-4275-D0CE-0A62-EE85D9AE052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611C09D9-CF96-FD45-CCE8-424D9A77F33E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9BA51F7F-A658-EAD6-2233-A6C3C35A7291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B94E79A-91DD-FE5D-0A8F-855431CB40B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7FB3B30-BC1D-6633-73B0-0CE4349091DF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B9496E0-4175-406F-014F-3CA42D56B3D3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D088D81A-1B50-CCDD-EC74-B7BF560AE388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C72A03C3-8D30-9B23-01E6-8A6AF379C962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317D178-997B-147A-55B9-8973E668F574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12BAC12A-1D06-EF41-1BFA-51B952A8AF92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FFBF9C4E-F3D7-CD8A-88DC-AD67D3E04DF5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EE79E87-1F47-1544-A4E6-EE256E75770F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42D2094-FC3C-6C04-CEFE-5F9B91EE37E8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009E7E0-91C4-3FE6-6A56-81EDDC8A2CC9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F01F745C-AB0F-FC2D-44EA-221EA143BF7E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5B28EE32-CDF8-4A52-C34A-82A6F8FC4C4B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18EDB83-7B66-44A5-CB45-5A320BC1569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5" name="Graphic 98">
              <a:extLst>
                <a:ext uri="{FF2B5EF4-FFF2-40B4-BE49-F238E27FC236}">
                  <a16:creationId xmlns:a16="http://schemas.microsoft.com/office/drawing/2014/main" id="{AC78C1A4-6919-1096-D5B7-AEB718DFCAF9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183DA911-CE09-15C1-FBDB-B9832F8EDB97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5B6801-A695-44E4-2B10-8E535E561DA2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8" name="Graphic 98">
              <a:extLst>
                <a:ext uri="{FF2B5EF4-FFF2-40B4-BE49-F238E27FC236}">
                  <a16:creationId xmlns:a16="http://schemas.microsoft.com/office/drawing/2014/main" id="{EEF38C6C-A7F8-E886-4646-89E62810E840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F24E5E8-742F-F454-E5B8-0E59D00F60E4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47D8C28-FC03-7412-2139-E25AB3CCC4F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63F3565-11E5-012C-BD6A-80E1382B97E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6E70A2D-883B-D1DE-92E4-36097C5A7EC8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60DD290-0563-D755-03DB-EE8983AFC831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89BB4B0E-A13F-C6F0-1C26-33710447C362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8CE5E34-BE4E-A3B1-7230-D3BBB774728C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F0F7C417-7B4D-2135-B3A9-049ADB63CD81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DACCA05-899A-8611-D5B7-EE3CDAE4BBD8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AF5421C-FEE6-6B50-7DE5-DC195E9A192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876BB0F-B294-8362-44D2-B7352175E413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71614F9B-AFBD-F068-D764-A09C86B31F49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2667812-B1A7-5D70-F458-A216DEE555B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6156AA4-A410-A6C5-6A95-618EE9C0010A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2A3B61AA-6A0E-89C5-5DCE-316BF657FD18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69689F1-EF52-02D8-CC45-49C3CDEFC2FC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8B6CA8C-1369-4D3B-4902-4B85E77882CF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C1660CF-4EAB-F69A-C3EF-6B8E3BB9A2F6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F320441-952F-0FB5-0648-D8FDEF64E161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0F674324-E068-490D-2FB5-F54D6AC8F638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35DB377-F6E1-BCE3-6CC0-7AC9B125FC1C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C06391A-F371-2F19-8505-ECD6F5BA438E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A37FD7AF-EBFA-5539-A189-77E09F0C2C05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8C76DE2E-436A-EA38-2276-13B093B86F1B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5DCDD76D-DA2A-A7B8-7DC9-6184B564285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1C623B6-59A6-E394-E83D-55223D0E9BB0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BC368-7588-F49D-59F4-FB49D5E681B8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265" name="Graphic 5">
            <a:extLst>
              <a:ext uri="{FF2B5EF4-FFF2-40B4-BE49-F238E27FC236}">
                <a16:creationId xmlns:a16="http://schemas.microsoft.com/office/drawing/2014/main" id="{4D0EAC99-D8AC-5DC4-A0DA-687BE240AE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2D7028E-9183-C223-4CC3-19E17D22B709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F475294-777B-B814-1843-B5D18B3BB4EA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79529C8-119A-5522-77A5-F3AB0FB650B8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FCF0E27-5BBC-7FE2-AF84-CD28141C06D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21C5BF7-03BD-5DD0-2DEB-9B1CC0BC74B6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6F3BFB9-FA78-008F-E58B-A627E6432CB5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6DED9AC-4865-1127-0CDD-94BF0500C61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D23EB74-7773-B9FC-B4B8-3F8D3ABE6C4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FCD68B69-B856-F15E-4E4C-0B4EDD63A6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A22C359-CD48-E4BF-645F-EF95FE6A8C26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2E3CE35-C5CA-6A32-2689-D1E12FF41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DF25D39-8635-24AC-A5F5-1E53C5C930EE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1DB049D-A052-A588-79BA-1338EAAC49AD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6013886-33A0-8B62-FCF8-E06FCDD56DB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A80CB7C-26D8-99C8-608C-128F6E236243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2BC6AA5-7BF1-0302-1604-705A996DE0B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4ADA567-D765-9F59-FCCD-32A1AEE0CFE0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3D34947-CE4A-58AA-E2D1-1EF697C6F815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FE2A1ED-BC19-9419-D8A8-6A721DB9F670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D4D274E-3120-02BE-B537-E1A96524B055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F5F5FA8-6F64-9EBB-4FF3-B728C39A4D43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3D43AEB-038F-33E2-DA0C-B81BB0F72A1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E686EF-3C58-22EB-D507-60FA2AF7198F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AD9EAA-8592-9986-E1B5-1D73C847B02E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7" name="Graphic 98">
            <a:extLst>
              <a:ext uri="{FF2B5EF4-FFF2-40B4-BE49-F238E27FC236}">
                <a16:creationId xmlns:a16="http://schemas.microsoft.com/office/drawing/2014/main" id="{F88445C9-3B0E-4380-3936-F420B819B3CA}"/>
              </a:ext>
            </a:extLst>
          </p:cNvPr>
          <p:cNvGrpSpPr/>
          <p:nvPr userDrawn="1"/>
        </p:nvGrpSpPr>
        <p:grpSpPr>
          <a:xfrm>
            <a:off x="454940" y="394938"/>
            <a:ext cx="1772792" cy="724189"/>
            <a:chOff x="1390650" y="1506854"/>
            <a:chExt cx="9410700" cy="3844289"/>
          </a:xfrm>
          <a:solidFill>
            <a:schemeClr val="tx1"/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50734A-2B1D-568E-D3C9-EC64D5A5AE59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9ED7419-9B36-8485-62E4-A5BFC9DA9909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0" name="Graphic 98">
              <a:extLst>
                <a:ext uri="{FF2B5EF4-FFF2-40B4-BE49-F238E27FC236}">
                  <a16:creationId xmlns:a16="http://schemas.microsoft.com/office/drawing/2014/main" id="{813778E2-5832-20F3-F3B1-2760E38036C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grpFill/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614658A-E2C3-119E-1685-412C1D7CF658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A94AD64-296B-9CEB-D568-61D5082B2E82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F06F8DBF-9E0E-8A98-F817-D8CBE5CDA51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48AA2A16-A8FE-2A89-6BCD-CD9B6A884D2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826444AE-C487-EA5B-452A-C9896152513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1" name="Graphic 98">
              <a:extLst>
                <a:ext uri="{FF2B5EF4-FFF2-40B4-BE49-F238E27FC236}">
                  <a16:creationId xmlns:a16="http://schemas.microsoft.com/office/drawing/2014/main" id="{6BE25C65-C45D-5E8F-2849-E82EC9EAD921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grpFill/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0DDBEF77-7113-1894-1E64-15AC76E930E1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EC69001-570A-6552-BBA4-C235459AF330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E208BA7-6237-F787-77A1-46E2979C1272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433AC0B-8693-9F6A-9B37-37770A3B87F1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F1BBD98-B9A5-5D82-045B-DF06292A6B50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964CEFA-8CE4-88CA-47BB-DDCCCD0CC53C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E3B15F8E-AB81-B4FE-31C2-9697846BF0C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0C5BBB2F-92C4-C30C-8CEA-C4908CA80040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90E4499-B5F7-D730-49A2-4D48E1E651D2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FD5BDD6-C1EF-B58B-2327-419812E7FF0E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7C01BDC-B141-0C4C-9335-51E500BE28E2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1C0606B-D9AA-B394-08F0-B6E0908FEAB0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DBDE88F-5EA5-62CF-3E65-1651729106A3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5B3ABF3-E95B-2B53-D683-118BF64F83C4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782C4D6-2631-80EF-D828-5B1085898863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AAE1B-EC51-43B2-6AA4-1C5C5DF8B7A5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1A06935A-7DA8-7BEB-0B5F-47101ACDBA3B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BCDB1A1F-4D28-4AA5-2EA3-AEBA50179AE6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B86C1460-1581-1F49-A83C-31DFC2900B41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CDA8A51E-301B-AA26-0A5B-6A9E4DD6FD9F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143BD4C-C755-9CF8-8403-0493004FD0E6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6106643-2A30-B16A-332F-8C6EF43BEA7A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4D05D40-32CB-CEDD-3361-F3D4FB15AC2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2" name="Graphic 98">
              <a:extLst>
                <a:ext uri="{FF2B5EF4-FFF2-40B4-BE49-F238E27FC236}">
                  <a16:creationId xmlns:a16="http://schemas.microsoft.com/office/drawing/2014/main" id="{9D5EB89E-962C-4754-F917-18C0726A163F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grpFill/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EE734F4-951C-32CB-F270-8DC85C35B9AA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82C88CF3-1EEE-0958-4FDC-B6B725FA3EC1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3" name="Graphic 98">
              <a:extLst>
                <a:ext uri="{FF2B5EF4-FFF2-40B4-BE49-F238E27FC236}">
                  <a16:creationId xmlns:a16="http://schemas.microsoft.com/office/drawing/2014/main" id="{B5467BB1-CEB0-766A-4D5E-959BB77E7B28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grpFill/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D9AFF43-4B32-DF71-F379-84578E8C3FC5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B0A6486-9E27-3A6A-76C6-81E98FC6B76D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8D467B-375E-853B-2B34-B5E069C6A8B1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3D9442E-1EAD-F8AB-1CFC-AE4D3282A8BA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BA717BF9-2F59-AD1D-D37C-CECCAC5EB3EB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7BFD25D-A035-BC9B-6BB8-A8EB7714D844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10373104-BA95-8EAC-32E7-8A680CAAC3F6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3C3AF66-2C99-E2CB-DC78-2918656818E9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70A8175-3F51-A05C-7174-F693F977B35F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52BC6777-5ADE-2DD9-8B07-7BED5CEAB77D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D570BDDD-1FA7-26FA-814B-E3599CC5E5D9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F40266C-774B-ACC5-6898-87866B3EEE90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728E99-5D32-6424-A762-248760605FD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3549BB9-AF05-7DBD-A5A4-9AE0CFD097F4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38D94662-D530-8878-4181-1A883FCD13BC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0DFA55-A27B-1090-7A13-4AC2B85A3976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17B5BE55-98EB-2D73-C726-C21DB8FD24C4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4229BCD9-0D48-1DD1-4FCC-0AAEBE0FF694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E36D0B6D-03D9-A859-AFA6-752FF96B81BC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2058F8D-BA64-3790-BA4E-0B17DECEA027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6C09D2-D8C7-1B5D-661A-8C70F9DF69D7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12A3739-2F42-7591-EE6A-E46A8931D1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8EDB9D8-38C0-9EB8-A59E-887638B4C09C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3578A6E-1222-D6F3-D81B-019D96CA2696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572FADF7-8B52-DAB2-D467-CE06781ACCE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BD8FF54-0F6F-8EC9-FD53-7E28FC34952D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9A1814C-EC55-715A-78CA-B67296432F73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>
            <a:extLst>
              <a:ext uri="{FF2B5EF4-FFF2-40B4-BE49-F238E27FC236}">
                <a16:creationId xmlns:a16="http://schemas.microsoft.com/office/drawing/2014/main" id="{66510258-53B4-E866-EAB1-F4CE74CC4126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77C4A32C-DF4F-2577-502B-5E3812E1D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87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FA0A36-C3CE-AC2F-3B0F-9EB869E41C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3FD5-3150-4F22-BE7D-AD47E77B6590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4" r:id="rId3"/>
    <p:sldLayoutId id="2147483676" r:id="rId4"/>
    <p:sldLayoutId id="2147483675" r:id="rId5"/>
    <p:sldLayoutId id="2147483660" r:id="rId6"/>
    <p:sldLayoutId id="2147483680" r:id="rId7"/>
    <p:sldLayoutId id="2147483679" r:id="rId8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yamsundarkanaka/AI-Powered-Marketing-Content-Generation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70922"/>
            <a:ext cx="5791200" cy="838200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  <a:sp3d extrusionH="57150">
              <a:bevelT w="38100" h="38100"/>
            </a:sp3d>
          </a:bodyPr>
          <a:lstStyle/>
          <a:p>
            <a:pPr lvl="0"/>
            <a:r>
              <a:rPr lang="en-IN" sz="3600" b="1" dirty="0"/>
              <a:t>A LangGraph-Based Multi-Agent System for Brand-Compliant Marketing Content Generation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9B6A2-E7A9-D6C5-1860-30D6358949D7}"/>
              </a:ext>
            </a:extLst>
          </p:cNvPr>
          <p:cNvSpPr txBox="1"/>
          <p:nvPr/>
        </p:nvSpPr>
        <p:spPr>
          <a:xfrm>
            <a:off x="8204888" y="4114800"/>
            <a:ext cx="330411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M.Sc. in</a:t>
            </a:r>
          </a:p>
          <a:p>
            <a:pPr algn="r"/>
            <a:r>
              <a:rPr lang="en-US" dirty="0"/>
              <a:t>Artificial Intelligence</a:t>
            </a:r>
          </a:p>
          <a:p>
            <a:pPr algn="r"/>
            <a:r>
              <a:rPr lang="en-US" dirty="0"/>
              <a:t>Capstone Project 2 Presentation</a:t>
            </a:r>
          </a:p>
          <a:p>
            <a:pPr algn="r"/>
            <a:r>
              <a:rPr lang="en-US" dirty="0"/>
              <a:t>Year: II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67931E-FEC8-9C63-192E-7B2200BBFC76}"/>
              </a:ext>
            </a:extLst>
          </p:cNvPr>
          <p:cNvSpPr txBox="1">
            <a:spLocks/>
          </p:cNvSpPr>
          <p:nvPr/>
        </p:nvSpPr>
        <p:spPr bwMode="gray">
          <a:xfrm>
            <a:off x="6442927" y="2293374"/>
            <a:ext cx="50292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p3d extrusionH="57150">
              <a:bevelT w="38100" h="38100"/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 spc="0" baseline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Shyam Sundar K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SRN: R22MSA55 | Date: 22/08/2026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2972-5645-C48B-0789-3660EA6A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A2BD1C-DD8D-7ABE-73C1-184A7B6E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Introduction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0C7B5-35A6-E690-11E2-2A39E9E1B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628409-B45A-21F1-984C-E3D8D63CD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B31154-71B3-DC85-3D95-E9EB468D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26310"/>
              </p:ext>
            </p:extLst>
          </p:nvPr>
        </p:nvGraphicFramePr>
        <p:xfrm>
          <a:off x="621368" y="1728247"/>
          <a:ext cx="10972800" cy="3352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50291692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10412490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9012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</a:rPr>
                        <a:t>Background</a:t>
                      </a:r>
                    </a:p>
                  </a:txBody>
                  <a:tcPr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</a:rPr>
                        <a:t>Current Status</a:t>
                      </a:r>
                    </a:p>
                  </a:txBody>
                  <a:tcPr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</a:rPr>
                        <a:t>Why This Topic?</a:t>
                      </a:r>
                    </a:p>
                  </a:txBody>
                  <a:tcPr marT="91440" marB="9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83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5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Short-form vertical video is the default unit of consumer marketing on Reels/Shorts
A small D2C Shopify retailer needs a script, caption, hashtags and video per product, per revision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LLM tools exist but are fragmented across copy, narration and video with nothing carrying facts through
Brand governance (tone, banned words, compliance) is enforced by human review, not by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Make brand voice, compliance and visual rules machine-readable and enforced during generation
Cut the marginal cost of content per SKU while keeping every claim traceable to its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704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27853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CCA9ED-EF9D-429F-FB61-D32AA539CCCD}"/>
              </a:ext>
            </a:extLst>
          </p:cNvPr>
          <p:cNvCxnSpPr>
            <a:cxnSpLocks/>
          </p:cNvCxnSpPr>
          <p:nvPr/>
        </p:nvCxnSpPr>
        <p:spPr>
          <a:xfrm>
            <a:off x="4267200" y="1710690"/>
            <a:ext cx="0" cy="304038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188DEC-D6F4-C2D0-C368-7694E1EEF70A}"/>
              </a:ext>
            </a:extLst>
          </p:cNvPr>
          <p:cNvCxnSpPr>
            <a:cxnSpLocks/>
          </p:cNvCxnSpPr>
          <p:nvPr/>
        </p:nvCxnSpPr>
        <p:spPr>
          <a:xfrm>
            <a:off x="7910621" y="1728247"/>
            <a:ext cx="0" cy="304038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33968" y="1543247"/>
            <a:ext cx="430000" cy="43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FF6D00"/>
                </a:solidFill>
                <a:latin typeface="Segoe UI Emoji"/>
              </a:rPr>
              <a:t>📋</a:t>
            </a:r>
          </a:p>
        </p:txBody>
      </p:sp>
      <p:sp>
        <p:nvSpPr>
          <p:cNvPr id="14" name="Oval 13"/>
          <p:cNvSpPr/>
          <p:nvPr/>
        </p:nvSpPr>
        <p:spPr>
          <a:xfrm>
            <a:off x="7291568" y="1543247"/>
            <a:ext cx="430000" cy="43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D5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BD582C"/>
                </a:solidFill>
                <a:latin typeface="Segoe UI Emoji"/>
              </a:rPr>
              <a:t>🔀</a:t>
            </a:r>
          </a:p>
        </p:txBody>
      </p:sp>
      <p:sp>
        <p:nvSpPr>
          <p:cNvPr id="15" name="Oval 14"/>
          <p:cNvSpPr/>
          <p:nvPr/>
        </p:nvSpPr>
        <p:spPr>
          <a:xfrm>
            <a:off x="10949168" y="1543247"/>
            <a:ext cx="430000" cy="43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B8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9B8357"/>
                </a:solidFill>
                <a:latin typeface="Segoe UI Emoji"/>
              </a:rPr>
              <a:t>🎯</a:t>
            </a:r>
          </a:p>
        </p:txBody>
      </p:sp>
    </p:spTree>
    <p:extLst>
      <p:ext uri="{BB962C8B-B14F-4D97-AF65-F5344CB8AC3E}">
        <p14:creationId xmlns:p14="http://schemas.microsoft.com/office/powerpoint/2010/main" val="37466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87C3-C3DC-3DA4-A28A-DBA6DAF1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461D8357-C1A8-31C2-5B3A-7F39289B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21033"/>
              </p:ext>
            </p:extLst>
          </p:nvPr>
        </p:nvGraphicFramePr>
        <p:xfrm>
          <a:off x="578302" y="1143001"/>
          <a:ext cx="10927898" cy="4989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3649">
                  <a:extLst>
                    <a:ext uri="{9D8B030D-6E8A-4147-A177-3AD203B41FA5}">
                      <a16:colId xmlns:a16="http://schemas.microsoft.com/office/drawing/2014/main" val="3869363598"/>
                    </a:ext>
                  </a:extLst>
                </a:gridCol>
                <a:gridCol w="1959486">
                  <a:extLst>
                    <a:ext uri="{9D8B030D-6E8A-4147-A177-3AD203B41FA5}">
                      <a16:colId xmlns:a16="http://schemas.microsoft.com/office/drawing/2014/main" val="1657484126"/>
                    </a:ext>
                  </a:extLst>
                </a:gridCol>
                <a:gridCol w="1136838">
                  <a:extLst>
                    <a:ext uri="{9D8B030D-6E8A-4147-A177-3AD203B41FA5}">
                      <a16:colId xmlns:a16="http://schemas.microsoft.com/office/drawing/2014/main" val="3940805472"/>
                    </a:ext>
                  </a:extLst>
                </a:gridCol>
                <a:gridCol w="874799">
                  <a:extLst>
                    <a:ext uri="{9D8B030D-6E8A-4147-A177-3AD203B41FA5}">
                      <a16:colId xmlns:a16="http://schemas.microsoft.com/office/drawing/2014/main" val="724239425"/>
                    </a:ext>
                  </a:extLst>
                </a:gridCol>
                <a:gridCol w="2067708">
                  <a:extLst>
                    <a:ext uri="{9D8B030D-6E8A-4147-A177-3AD203B41FA5}">
                      <a16:colId xmlns:a16="http://schemas.microsoft.com/office/drawing/2014/main" val="4196400645"/>
                    </a:ext>
                  </a:extLst>
                </a:gridCol>
                <a:gridCol w="1648382">
                  <a:extLst>
                    <a:ext uri="{9D8B030D-6E8A-4147-A177-3AD203B41FA5}">
                      <a16:colId xmlns:a16="http://schemas.microsoft.com/office/drawing/2014/main" val="903439440"/>
                    </a:ext>
                  </a:extLst>
                </a:gridCol>
                <a:gridCol w="2487036">
                  <a:extLst>
                    <a:ext uri="{9D8B030D-6E8A-4147-A177-3AD203B41FA5}">
                      <a16:colId xmlns:a16="http://schemas.microsoft.com/office/drawing/2014/main" val="3680040156"/>
                    </a:ext>
                  </a:extLst>
                </a:gridCol>
              </a:tblGrid>
              <a:tr h="47819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No.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Title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Author and Year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Journal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Description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Insights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Research Gaps/Comments</a:t>
                      </a:r>
                      <a:endParaRPr lang="en-IN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808520"/>
                  </a:ext>
                </a:extLst>
              </a:tr>
              <a:tr h="11338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1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KOBE: Towards Knowledge-Based Personalized Product Description Generation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Chen et al. (2019)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KDD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Transformer generating personalised product descriptions conditioned on aspects, user categories and a knowledge base.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Catalogue attributes are a sufficient basis for usable copy.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Trained model, retargeting means retraining; produces one artefact, not a campaign.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1863824432"/>
                  </a:ext>
                </a:extLst>
              </a:tr>
              <a:tr h="109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2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 err="1">
                          <a:effectLst/>
                        </a:rPr>
                        <a:t>Survey of Hallucination in Natural Language Generation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Ji et al. (2023)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ACM Computing Surveys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Canonical taxonomy separating intrinsic hallucination (contradicts source) from extrinsic (unverifiable).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Names the grounding failure precisely for marketing copy.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Does not specify an enforcement mechanism during generation.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780222234"/>
                  </a:ext>
                </a:extLst>
              </a:tr>
              <a:tr h="1009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 dirty="0">
                          <a:effectLst/>
                        </a:rPr>
                        <a:t>3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On Faithfulness and Factuality in Abstractive Summarization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Maynez et al. (2020)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ACL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Shows models hallucinate content unfaithful to the input at high rates; overlap metrics (ROUGE) do not detect it.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Fluency scoring says nothing about whether facts are real.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No structural mitigation proposed; motivates schema-level validation.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2090727491"/>
                  </a:ext>
                </a:extLst>
              </a:tr>
              <a:tr h="10094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50">
                          <a:effectLst/>
                        </a:rPr>
                        <a:t>4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LangGraph: Build Stateful Multi-Actor Applications with LLMs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LangChain (2024)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>
                          <a:effectLst/>
                        </a:rPr>
                        <a:t>Framework Docs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Compiled state graph with typed shared state and reducers for safe concurrent multi-agent writes.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Enables a deterministic, bounded agent pipeline instead of an emergent conversation.</a:t>
                      </a:r>
                    </a:p>
                  </a:txBody>
                  <a:tcPr marL="22860" marR="22860" marT="15240" marB="1524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50" dirty="0">
                          <a:effectLst/>
                        </a:rPr>
                        <a:t>General orchestration framework; not applied here to grounding or brand governance.</a:t>
                      </a:r>
                    </a:p>
                  </a:txBody>
                  <a:tcPr marL="0" marR="0" marT="15240" marB="15240"/>
                </a:tc>
                <a:extLst>
                  <a:ext uri="{0D108BD9-81ED-4DB2-BD59-A6C34878D82A}">
                    <a16:rowId xmlns:a16="http://schemas.microsoft.com/office/drawing/2014/main" val="3390487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75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6475" y="6021728"/>
            <a:ext cx="596293" cy="617219"/>
          </a:xfrm>
        </p:spPr>
        <p:txBody>
          <a:bodyPr/>
          <a:lstStyle/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32849-1365-5995-3490-2B2AE84F6CBC}"/>
              </a:ext>
            </a:extLst>
          </p:cNvPr>
          <p:cNvSpPr txBox="1"/>
          <p:nvPr/>
        </p:nvSpPr>
        <p:spPr>
          <a:xfrm>
            <a:off x="364966" y="1447800"/>
            <a:ext cx="5316456" cy="38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15000"/>
              </a:lnSpc>
              <a:spcAft>
                <a:spcPts val="1200"/>
              </a:spcAft>
            </a:pPr>
            <a:r>
              <a:rPr lang="en-IN" sz="1500" dirty="0">
                <a:solidFill>
                  <a:srgbClr val="55595D"/>
                </a:solidFill>
              </a:rPr>
              <a:t>A small direct-to-consumer Shopify retailer must produce a script, caption, hashtag set and video for every product, variant and revision. Generative models can write this copy, but the failure that matters is not a clumsy sentence — it is a confident, brand-shaped claim about a specification or price that nobody can trace to a source, and that a reviewer may approve because it reads well.</a:t>
            </a:r>
          </a:p>
          <a:p>
            <a:pPr>
              <a:spcBef>
                <a:spcPts val="400"/>
              </a:spcBef>
            </a:pPr>
            <a:r>
              <a:rPr lang="en-IN" sz="1800" b="1" dirty="0">
                <a:solidFill>
                  <a:srgbClr val="BD582C"/>
                </a:solidFill>
              </a:rPr>
              <a:t>Key Challenges</a:t>
            </a:r>
          </a:p>
          <a:p>
            <a:pPr marL="285750" indent="-285750">
              <a:buClr>
                <a:srgbClr val="FF6D00"/>
              </a:buClr>
              <a:buFont typeface="Arial"/>
              <a:buChar char="▪"/>
            </a:pPr>
            <a:r>
              <a:rPr lang="en-IN" sz="1400" dirty="0">
                <a:solidFill>
                  <a:srgbClr val="55595D"/>
                </a:solidFill>
              </a:rPr>
              <a:t>Tooling is fragmented across copy, narration and video, with nothing carrying product facts through all of them</a:t>
            </a:r>
          </a:p>
          <a:p>
            <a:pPr marL="285750" indent="-285750">
              <a:buClr>
                <a:srgbClr val="FF6D00"/>
              </a:buClr>
              <a:buFont typeface="Arial"/>
              <a:buChar char="▪"/>
            </a:pPr>
            <a:r>
              <a:rPr lang="en-IN" sz="1400" dirty="0">
                <a:solidFill>
                  <a:srgbClr val="55595D"/>
                </a:solidFill>
              </a:rPr>
              <a:t>Brand governance is treated as review, not as a constraint enforced during generation</a:t>
            </a:r>
          </a:p>
          <a:p>
            <a:pPr marL="285750" indent="-285750">
              <a:buClr>
                <a:srgbClr val="FF6D00"/>
              </a:buClr>
              <a:buFont typeface="Arial"/>
              <a:buChar char="▪"/>
            </a:pPr>
            <a:r>
              <a:rPr lang="en-IN" sz="1400" dirty="0">
                <a:solidFill>
                  <a:srgbClr val="55595D"/>
                </a:solidFill>
              </a:rPr>
              <a:t>Generative systems fall back to templates on failure — indistinguishable from real output at approval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322" y="1498562"/>
            <a:ext cx="45719" cy="381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" name="Problem Illustration"/>
          <p:cNvGrpSpPr/>
          <p:nvPr/>
        </p:nvGrpSpPr>
        <p:grpSpPr>
          <a:xfrm>
            <a:off x="5944978" y="1099567"/>
            <a:ext cx="6247022" cy="3510889"/>
            <a:chOff x="364966" y="4107800"/>
            <a:chExt cx="5316456" cy="1978000"/>
          </a:xfrm>
        </p:grpSpPr>
        <p:sp>
          <p:nvSpPr>
            <p:cNvPr id="10" name="TextBox 9"/>
            <p:cNvSpPr txBox="1"/>
            <p:nvPr/>
          </p:nvSpPr>
          <p:spPr>
            <a:xfrm>
              <a:off x="364966" y="4107800"/>
              <a:ext cx="5316456" cy="2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BD582C"/>
                  </a:solidFill>
                </a:rPr>
                <a:t>One overwhelmed person, six disconnected tools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783194" y="5011800"/>
              <a:ext cx="480000" cy="480000"/>
            </a:xfrm>
            <a:prstGeom prst="ellipse">
              <a:avLst/>
            </a:prstGeom>
            <a:solidFill>
              <a:srgbClr val="BD58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900">
                  <a:solidFill>
                    <a:srgbClr val="FFFFFF"/>
                  </a:solidFill>
                  <a:latin typeface="Segoe UI Emoji"/>
                </a:rPr>
                <a:t>🧑‍💻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 flipV="1">
              <a:off x="3023194" y="4781800"/>
              <a:ext cx="0" cy="47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833194" y="4591800"/>
              <a:ext cx="380000" cy="380000"/>
            </a:xfrm>
            <a:prstGeom prst="ellipse">
              <a:avLst/>
            </a:prstGeom>
            <a:solidFill>
              <a:srgbClr val="B03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>
                  <a:solidFill>
                    <a:srgbClr val="FFFFFF"/>
                  </a:solidFill>
                  <a:latin typeface="Segoe UI Emoji"/>
                </a:rPr>
                <a:t>⚠️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83194" y="4417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50" b="0">
                  <a:solidFill>
                    <a:srgbClr val="55595D"/>
                  </a:solidFill>
                </a:rPr>
                <a:t>Unverified claims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3023194" y="5021800"/>
              <a:ext cx="1300000" cy="23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4133194" y="4831800"/>
              <a:ext cx="380000" cy="380000"/>
            </a:xfrm>
            <a:prstGeom prst="ellipse">
              <a:avLst/>
            </a:prstGeom>
            <a:solidFill>
              <a:srgbClr val="BD58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dirty="0">
                  <a:solidFill>
                    <a:srgbClr val="FFFFFF"/>
                  </a:solidFill>
                  <a:latin typeface="Segoe UI Emoji"/>
                </a:rPr>
                <a:t>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37194" y="4946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>
                  <a:solidFill>
                    <a:srgbClr val="55595D"/>
                  </a:solidFill>
                </a:rPr>
                <a:t>Video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3023194" y="5251800"/>
              <a:ext cx="1300000" cy="23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4133194" y="5291800"/>
              <a:ext cx="380000" cy="380000"/>
            </a:xfrm>
            <a:prstGeom prst="ellipse">
              <a:avLst/>
            </a:prstGeom>
            <a:solidFill>
              <a:srgbClr val="8656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>
                  <a:solidFill>
                    <a:srgbClr val="FFFFFF"/>
                  </a:solidFill>
                  <a:latin typeface="Segoe UI Emoji"/>
                </a:rPr>
                <a:t>💬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37194" y="5406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>
                  <a:solidFill>
                    <a:srgbClr val="55595D"/>
                  </a:solidFill>
                </a:rPr>
                <a:t>Caption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3023194" y="5251800"/>
              <a:ext cx="0" cy="47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833194" y="5531800"/>
              <a:ext cx="380000" cy="380000"/>
            </a:xfrm>
            <a:prstGeom prst="ellipse">
              <a:avLst/>
            </a:prstGeom>
            <a:solidFill>
              <a:srgbClr val="9B83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>
                  <a:solidFill>
                    <a:srgbClr val="FFFFFF"/>
                  </a:solidFill>
                  <a:latin typeface="Segoe UI Emoji"/>
                </a:rPr>
                <a:t>#️⃣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83194" y="5935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50" b="0">
                  <a:solidFill>
                    <a:srgbClr val="55595D"/>
                  </a:solidFill>
                </a:rPr>
                <a:t>Hashtags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H="1">
              <a:off x="1723194" y="5251800"/>
              <a:ext cx="1300000" cy="23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1533194" y="5291800"/>
              <a:ext cx="380000" cy="380000"/>
            </a:xfrm>
            <a:prstGeom prst="ellipse">
              <a:avLst/>
            </a:prstGeom>
            <a:solidFill>
              <a:srgbClr val="C2BC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>
                  <a:solidFill>
                    <a:srgbClr val="FFFFFF"/>
                  </a:solidFill>
                  <a:latin typeface="Segoe UI Emoji"/>
                </a:rPr>
                <a:t>🎙️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9194" y="5406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50" b="0">
                  <a:solidFill>
                    <a:srgbClr val="55595D"/>
                  </a:solidFill>
                </a:rPr>
                <a:t>Narration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H="1" flipV="1">
              <a:off x="1723194" y="5021800"/>
              <a:ext cx="1300000" cy="230000"/>
            </a:xfrm>
            <a:prstGeom prst="line">
              <a:avLst/>
            </a:prstGeom>
            <a:ln w="12700">
              <a:solidFill>
                <a:srgbClr val="C9C9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1533194" y="4831800"/>
              <a:ext cx="380000" cy="380000"/>
            </a:xfrm>
            <a:prstGeom prst="ellipse">
              <a:avLst/>
            </a:prstGeom>
            <a:solidFill>
              <a:srgbClr val="94A0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>
                  <a:solidFill>
                    <a:srgbClr val="FFFFFF"/>
                  </a:solidFill>
                  <a:latin typeface="Segoe UI Emoji"/>
                </a:rPr>
                <a:t>📝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9194" y="4946800"/>
              <a:ext cx="680000" cy="1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50" b="0">
                  <a:solidFill>
                    <a:srgbClr val="55595D"/>
                  </a:solidFill>
                </a:rPr>
                <a:t>Script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716033" y="4615736"/>
            <a:ext cx="4796457" cy="530915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/>
            <a:endParaRPr lang="en-US"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sz="115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entire manual chain repeats for every product and every revision</a:t>
            </a:r>
            <a:endParaRPr lang="en-US"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16034" y="5308562"/>
            <a:ext cx="4796456" cy="707886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/>
            <a:endParaRPr lang="en-US"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115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</a:t>
            </a:r>
            <a:r>
              <a:rPr sz="115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voice and factual claims are enforced only by human memory not by the tools themselves.</a:t>
            </a:r>
            <a:endParaRPr lang="en-US"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sz="115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272F4A-1A99-D10D-7652-B100EFECF05F}"/>
              </a:ext>
            </a:extLst>
          </p:cNvPr>
          <p:cNvSpPr/>
          <p:nvPr/>
        </p:nvSpPr>
        <p:spPr>
          <a:xfrm>
            <a:off x="7789092" y="6197449"/>
            <a:ext cx="45719" cy="76200"/>
          </a:xfrm>
          <a:prstGeom prst="round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2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Objectives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993091" y="1660600"/>
            <a:ext cx="880000" cy="880000"/>
          </a:xfrm>
          <a:prstGeom prst="ellipse">
            <a:avLst/>
          </a:prstGeom>
          <a:solidFill>
            <a:srgbClr val="FF6D0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🧩</a:t>
            </a:r>
          </a:p>
        </p:txBody>
      </p:sp>
      <p:sp>
        <p:nvSpPr>
          <p:cNvPr id="45" name="Oval 44"/>
          <p:cNvSpPr/>
          <p:nvPr/>
        </p:nvSpPr>
        <p:spPr>
          <a:xfrm>
            <a:off x="933091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2258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2258" y="3190600"/>
            <a:ext cx="1821666" cy="2066800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Design a brand-governed, multi-agent software architecture: LangGraph state graph, typed pipeline state and a provider-agnostic LLM gateway.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258" y="5392734"/>
            <a:ext cx="1821666" cy="5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cxnSp>
        <p:nvCxnSpPr>
          <p:cNvPr id="49" name="Connector 48"/>
          <p:cNvCxnSpPr/>
          <p:nvPr/>
        </p:nvCxnSpPr>
        <p:spPr>
          <a:xfrm>
            <a:off x="1873091" y="2100600"/>
            <a:ext cx="1031666" cy="0"/>
          </a:xfrm>
          <a:prstGeom prst="line">
            <a:avLst/>
          </a:prstGeom>
          <a:ln w="19050">
            <a:solidFill>
              <a:srgbClr val="BD5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904757" y="1660600"/>
            <a:ext cx="880000" cy="880000"/>
          </a:xfrm>
          <a:prstGeom prst="ellipse">
            <a:avLst/>
          </a:prstGeom>
          <a:solidFill>
            <a:srgbClr val="BD582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🛠️</a:t>
            </a:r>
          </a:p>
        </p:txBody>
      </p:sp>
      <p:sp>
        <p:nvSpPr>
          <p:cNvPr id="51" name="Oval 50"/>
          <p:cNvSpPr/>
          <p:nvPr/>
        </p:nvSpPr>
        <p:spPr>
          <a:xfrm>
            <a:off x="2844757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33924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3924" y="3190599"/>
            <a:ext cx="1821666" cy="2066799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Build the end-to-end generation pipeline: scraper, five prompt-driven LLM agents, a pluggable TTS chain and a deterministic video renderer.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3924" y="5392734"/>
            <a:ext cx="1821666" cy="55000"/>
          </a:xfrm>
          <a:prstGeom prst="rect">
            <a:avLst/>
          </a:prstGeom>
          <a:solidFill>
            <a:srgbClr val="BD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cxnSp>
        <p:nvCxnSpPr>
          <p:cNvPr id="55" name="Connector 54"/>
          <p:cNvCxnSpPr/>
          <p:nvPr/>
        </p:nvCxnSpPr>
        <p:spPr>
          <a:xfrm>
            <a:off x="3784757" y="2100600"/>
            <a:ext cx="1031666" cy="0"/>
          </a:xfrm>
          <a:prstGeom prst="line">
            <a:avLst/>
          </a:prstGeom>
          <a:ln w="19050">
            <a:solidFill>
              <a:srgbClr val="8656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816423" y="1660600"/>
            <a:ext cx="880000" cy="880000"/>
          </a:xfrm>
          <a:prstGeom prst="ellipse">
            <a:avLst/>
          </a:prstGeom>
          <a:solidFill>
            <a:srgbClr val="86564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⚙️</a:t>
            </a:r>
          </a:p>
        </p:txBody>
      </p:sp>
      <p:sp>
        <p:nvSpPr>
          <p:cNvPr id="57" name="Oval 56"/>
          <p:cNvSpPr/>
          <p:nvPr/>
        </p:nvSpPr>
        <p:spPr>
          <a:xfrm>
            <a:off x="4756423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5590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86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5590" y="3190600"/>
            <a:ext cx="1821666" cy="2066798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Implement the fact-grounding and validation layer: hardened JSON extraction, brand-derived schema validators, a repair-retry loop and a no-fallback rule.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5590" y="5392734"/>
            <a:ext cx="1821666" cy="55000"/>
          </a:xfrm>
          <a:prstGeom prst="rect">
            <a:avLst/>
          </a:prstGeom>
          <a:solidFill>
            <a:srgbClr val="865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cxnSp>
        <p:nvCxnSpPr>
          <p:cNvPr id="61" name="Connector 60"/>
          <p:cNvCxnSpPr/>
          <p:nvPr/>
        </p:nvCxnSpPr>
        <p:spPr>
          <a:xfrm>
            <a:off x="5696423" y="2100600"/>
            <a:ext cx="1031666" cy="0"/>
          </a:xfrm>
          <a:prstGeom prst="line">
            <a:avLst/>
          </a:prstGeom>
          <a:ln w="19050">
            <a:solidFill>
              <a:srgbClr val="9B83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728089" y="1660600"/>
            <a:ext cx="880000" cy="880000"/>
          </a:xfrm>
          <a:prstGeom prst="ellipse">
            <a:avLst/>
          </a:prstGeom>
          <a:solidFill>
            <a:srgbClr val="9B8357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🧪</a:t>
            </a:r>
          </a:p>
        </p:txBody>
      </p:sp>
      <p:sp>
        <p:nvSpPr>
          <p:cNvPr id="63" name="Oval 62"/>
          <p:cNvSpPr/>
          <p:nvPr/>
        </p:nvSpPr>
        <p:spPr>
          <a:xfrm>
            <a:off x="6668089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57256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9B8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57256" y="3190600"/>
            <a:ext cx="1821666" cy="2066798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Test every functional requirement with an automated, offline test suite covering parsing, validation, persistence and pipeline logic.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57256" y="5392734"/>
            <a:ext cx="1821666" cy="55000"/>
          </a:xfrm>
          <a:prstGeom prst="rect">
            <a:avLst/>
          </a:prstGeom>
          <a:solidFill>
            <a:srgbClr val="9B8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cxnSp>
        <p:nvCxnSpPr>
          <p:cNvPr id="67" name="Connector 66"/>
          <p:cNvCxnSpPr/>
          <p:nvPr/>
        </p:nvCxnSpPr>
        <p:spPr>
          <a:xfrm>
            <a:off x="7608089" y="2100600"/>
            <a:ext cx="1031666" cy="0"/>
          </a:xfrm>
          <a:prstGeom prst="line">
            <a:avLst/>
          </a:prstGeom>
          <a:ln w="19050">
            <a:solidFill>
              <a:srgbClr val="C2B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639755" y="1660600"/>
            <a:ext cx="880000" cy="880000"/>
          </a:xfrm>
          <a:prstGeom prst="ellipse">
            <a:avLst/>
          </a:prstGeom>
          <a:solidFill>
            <a:srgbClr val="C2BC8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✅</a:t>
            </a:r>
          </a:p>
        </p:txBody>
      </p:sp>
      <p:sp>
        <p:nvSpPr>
          <p:cNvPr id="69" name="Oval 68"/>
          <p:cNvSpPr/>
          <p:nvPr/>
        </p:nvSpPr>
        <p:spPr>
          <a:xfrm>
            <a:off x="8579755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68922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C2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68922" y="3190600"/>
            <a:ext cx="1821666" cy="2066798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Validate the assembled system against a live product page: timing, audio/video sync, claim traceability and provenance.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68922" y="5392734"/>
            <a:ext cx="1821666" cy="55000"/>
          </a:xfrm>
          <a:prstGeom prst="rect">
            <a:avLst/>
          </a:prstGeom>
          <a:solidFill>
            <a:srgbClr val="C2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cxnSp>
        <p:nvCxnSpPr>
          <p:cNvPr id="73" name="Connector 72"/>
          <p:cNvCxnSpPr/>
          <p:nvPr/>
        </p:nvCxnSpPr>
        <p:spPr>
          <a:xfrm>
            <a:off x="9519755" y="2100600"/>
            <a:ext cx="1031666" cy="0"/>
          </a:xfrm>
          <a:prstGeom prst="line">
            <a:avLst/>
          </a:prstGeom>
          <a:ln w="19050">
            <a:solidFill>
              <a:srgbClr val="94A0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551421" y="1660600"/>
            <a:ext cx="880000" cy="880000"/>
          </a:xfrm>
          <a:prstGeom prst="ellipse">
            <a:avLst/>
          </a:prstGeom>
          <a:solidFill>
            <a:srgbClr val="94A08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🚀</a:t>
            </a:r>
          </a:p>
        </p:txBody>
      </p:sp>
      <p:sp>
        <p:nvSpPr>
          <p:cNvPr id="75" name="Oval 74"/>
          <p:cNvSpPr/>
          <p:nvPr/>
        </p:nvSpPr>
        <p:spPr>
          <a:xfrm>
            <a:off x="10491421" y="1600600"/>
            <a:ext cx="300000" cy="300000"/>
          </a:xfrm>
          <a:prstGeom prst="ellipse">
            <a:avLst/>
          </a:prstGeom>
          <a:solidFill>
            <a:srgbClr val="55595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80588" y="2660600"/>
            <a:ext cx="1821666" cy="440000"/>
          </a:xfrm>
          <a:prstGeom prst="roundRect">
            <a:avLst>
              <a:gd name="adj" fmla="val 18000"/>
            </a:avLst>
          </a:prstGeom>
          <a:solidFill>
            <a:srgbClr val="94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rIns="30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80588" y="3190600"/>
            <a:ext cx="1821666" cy="2066798"/>
          </a:xfrm>
          <a:prstGeom prst="rect">
            <a:avLst/>
          </a:prstGeom>
          <a:solidFill>
            <a:srgbClr val="F7F5F2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80000" rIns="70000" rtlCol="0" anchor="t">
            <a:noAutofit/>
          </a:bodyPr>
          <a:lstStyle/>
          <a:p>
            <a:pPr algn="ctr"/>
            <a:r>
              <a:rPr sz="1250" dirty="0">
                <a:solidFill>
                  <a:srgbClr val="55595D"/>
                </a:solidFill>
              </a:rPr>
              <a:t>Deploy the system as a demo-ready application: Streamlit dashboard, review page, job queue and human approve/reject gate.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80588" y="5392734"/>
            <a:ext cx="1821666" cy="55000"/>
          </a:xfrm>
          <a:prstGeom prst="rect">
            <a:avLst/>
          </a:prstGeom>
          <a:solidFill>
            <a:srgbClr val="94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28273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C95B3-832D-EC51-716B-E3947315E050}"/>
              </a:ext>
            </a:extLst>
          </p:cNvPr>
          <p:cNvSpPr txBox="1"/>
          <p:nvPr/>
        </p:nvSpPr>
        <p:spPr>
          <a:xfrm>
            <a:off x="838200" y="118147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Methodology:</a:t>
            </a:r>
            <a:r>
              <a:rPr lang="en-IN" dirty="0"/>
              <a:t> Team Data Science Process (TDSP)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012E2-16C9-D0AA-20E1-BD8FBBE18977}"/>
              </a:ext>
            </a:extLst>
          </p:cNvPr>
          <p:cNvSpPr txBox="1"/>
          <p:nvPr/>
        </p:nvSpPr>
        <p:spPr>
          <a:xfrm>
            <a:off x="838200" y="1794084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Workflow: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D5AA4-F2CF-6279-7C9C-399CF31B0B9A}"/>
              </a:ext>
            </a:extLst>
          </p:cNvPr>
          <p:cNvSpPr txBox="1"/>
          <p:nvPr/>
        </p:nvSpPr>
        <p:spPr>
          <a:xfrm>
            <a:off x="7417248" y="1564058"/>
            <a:ext cx="41901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Research Design</a:t>
            </a:r>
          </a:p>
          <a:p>
            <a:endParaRPr lang="en-IN" sz="1600" b="1" dirty="0"/>
          </a:p>
          <a:p>
            <a:r>
              <a:rPr lang="en-IN" sz="1600" dirty="0"/>
              <a:t>Research Type: Design and Development Research</a:t>
            </a:r>
          </a:p>
          <a:p>
            <a:endParaRPr lang="en-IN" sz="1600" dirty="0"/>
          </a:p>
          <a:p>
            <a:r>
              <a:rPr lang="en-IN" sz="1600" dirty="0"/>
              <a:t>System: Brand-Governed Multi-Agent Marketing Content Generator</a:t>
            </a:r>
          </a:p>
          <a:p>
            <a:endParaRPr lang="en-IN" sz="1600" dirty="0"/>
          </a:p>
          <a:p>
            <a:r>
              <a:rPr lang="en-IN" sz="1600" dirty="0"/>
              <a:t>Input: Single public Shopify product URL</a:t>
            </a:r>
          </a:p>
          <a:p>
            <a:endParaRPr lang="en-IN" sz="1600" dirty="0"/>
          </a:p>
          <a:p>
            <a:r>
              <a:rPr lang="en-IN" sz="1600" dirty="0"/>
              <a:t>Architecture: LangGraph + Streamlit + SQLite</a:t>
            </a:r>
          </a:p>
          <a:p>
            <a:endParaRPr lang="en-IN" sz="1600" dirty="0"/>
          </a:p>
          <a:p>
            <a:r>
              <a:rPr lang="en-IN" sz="1600" dirty="0"/>
              <a:t>Execution: 9-node state graph across 7 supersteps, 5 LLM agents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388C0-C7EC-6D14-B6BE-AE99A1215608}"/>
              </a:ext>
            </a:extLst>
          </p:cNvPr>
          <p:cNvCxnSpPr>
            <a:cxnSpLocks/>
          </p:cNvCxnSpPr>
          <p:nvPr/>
        </p:nvCxnSpPr>
        <p:spPr>
          <a:xfrm>
            <a:off x="6935856" y="1605126"/>
            <a:ext cx="0" cy="4490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fig_5_1_td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92" y="2122699"/>
            <a:ext cx="5056464" cy="40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Resource Specifications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73602D-F392-E64C-66C1-CBAD9BE19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12013"/>
              </p:ext>
            </p:extLst>
          </p:nvPr>
        </p:nvGraphicFramePr>
        <p:xfrm>
          <a:off x="609600" y="1295400"/>
          <a:ext cx="1097280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36935430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11419206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41731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Software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Hardware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Other Resources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79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Python 3.9+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Standard laptop CPU (no GPU)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Shopify product JSON (public)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90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LangGraph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8+ GB 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LLM API (OpenAI / Gemini / Anthropic)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93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Streamlit + SQLite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Sufficient SSD for versioned 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ElevenLabs API (optional, for TTS)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71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Pillow / MoviePy renderer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Windows / Linux / macOS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Piper TTS (offline fallback)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23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pytest (174-test suite)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Environment variables (.env)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497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809A215-3429-CD51-A047-5C0E33D32F9B}"/>
              </a:ext>
            </a:extLst>
          </p:cNvPr>
          <p:cNvSpPr txBox="1"/>
          <p:nvPr/>
        </p:nvSpPr>
        <p:spPr>
          <a:xfrm>
            <a:off x="762000" y="4507215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Highlights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GPU required, runs on a standard laptop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Provider-agnostic LLM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Every brand rule externalised into one YAML file</a:t>
            </a:r>
          </a:p>
        </p:txBody>
      </p:sp>
    </p:spTree>
    <p:extLst>
      <p:ext uri="{BB962C8B-B14F-4D97-AF65-F5344CB8AC3E}">
        <p14:creationId xmlns:p14="http://schemas.microsoft.com/office/powerpoint/2010/main" val="280413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Software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8AA00-49A7-E110-BE21-81380E56B4E3}"/>
              </a:ext>
            </a:extLst>
          </p:cNvPr>
          <p:cNvSpPr txBox="1"/>
          <p:nvPr/>
        </p:nvSpPr>
        <p:spPr>
          <a:xfrm>
            <a:off x="8458200" y="1219200"/>
            <a:ext cx="33148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Design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Nine-node LangGraph pipeline with a parallel fan-out superstep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Hardened JSON extraction with brand-derived schema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Repair-retry loop with a strict no-fallback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Six-table relational model; a version exists only when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Deterministic renderer retimed to the measured narration length</a:t>
            </a:r>
          </a:p>
        </p:txBody>
      </p:sp>
      <p:pic>
        <p:nvPicPr>
          <p:cNvPr id="12" name="Picture 11" descr="fig_7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83" y="1310951"/>
            <a:ext cx="7360630" cy="469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1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0E9A6-D2F4-BBF8-9F48-C35BE98CFE10}"/>
              </a:ext>
            </a:extLst>
          </p:cNvPr>
          <p:cNvSpPr txBox="1"/>
          <p:nvPr/>
        </p:nvSpPr>
        <p:spPr>
          <a:xfrm>
            <a:off x="5318760" y="1362456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rPr dirty="0"/>
              <a:t>Implementation Deliverables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E78B9B99-1B29-ADA1-7F50-9811B5462E19}"/>
              </a:ext>
            </a:extLst>
          </p:cNvPr>
          <p:cNvSpPr/>
          <p:nvPr/>
        </p:nvSpPr>
        <p:spPr>
          <a:xfrm>
            <a:off x="5273040" y="1773936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5A4F0-C55F-61C5-AE7F-6DCF86714230}"/>
              </a:ext>
            </a:extLst>
          </p:cNvPr>
          <p:cNvSpPr/>
          <p:nvPr/>
        </p:nvSpPr>
        <p:spPr>
          <a:xfrm>
            <a:off x="5273040" y="1773936"/>
            <a:ext cx="73152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955DE-80DD-D45D-3C74-B90CD7548540}"/>
              </a:ext>
            </a:extLst>
          </p:cNvPr>
          <p:cNvSpPr txBox="1"/>
          <p:nvPr/>
        </p:nvSpPr>
        <p:spPr>
          <a:xfrm>
            <a:off x="5410200" y="1801368"/>
            <a:ext cx="554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Scraper &amp; Data Layer</a:t>
            </a:r>
          </a:p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Shopify scraper separating specs from prose; SQLite persistence </a:t>
            </a:r>
            <a:endParaRPr lang="en-IN" sz="1200" dirty="0"/>
          </a:p>
          <a:p>
            <a:pPr>
              <a:defRPr sz="1700" b="1">
                <a:solidFill>
                  <a:srgbClr val="6C63FF"/>
                </a:solidFill>
              </a:defRPr>
            </a:pPr>
            <a:r>
              <a:rPr sz="1200" dirty="0"/>
              <a:t>is also the job queue.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9F39F105-DD42-D355-C263-BE57F3E5FA1C}"/>
              </a:ext>
            </a:extLst>
          </p:cNvPr>
          <p:cNvSpPr/>
          <p:nvPr/>
        </p:nvSpPr>
        <p:spPr>
          <a:xfrm>
            <a:off x="5273040" y="2523744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9080F0-6546-3396-7F10-2502624733F3}"/>
              </a:ext>
            </a:extLst>
          </p:cNvPr>
          <p:cNvSpPr/>
          <p:nvPr/>
        </p:nvSpPr>
        <p:spPr>
          <a:xfrm>
            <a:off x="5273040" y="2523744"/>
            <a:ext cx="73152" cy="65836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DCCFA6-71FF-5D72-FD56-BB0748CF2E48}"/>
              </a:ext>
            </a:extLst>
          </p:cNvPr>
          <p:cNvSpPr txBox="1"/>
          <p:nvPr/>
        </p:nvSpPr>
        <p:spPr>
          <a:xfrm>
            <a:off x="5410200" y="2551175"/>
            <a:ext cx="5024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Five LLM Agents</a:t>
            </a:r>
          </a:p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Brief, script, caption, hashtag and shot-plan agents; three run in a </a:t>
            </a:r>
            <a:endParaRPr lang="en-IN" sz="1200" dirty="0"/>
          </a:p>
          <a:p>
            <a:pPr>
              <a:defRPr sz="1700" b="1">
                <a:solidFill>
                  <a:srgbClr val="228B22"/>
                </a:solidFill>
              </a:defRPr>
            </a:pPr>
            <a:r>
              <a:rPr sz="1200" dirty="0"/>
              <a:t>parallel super step with explicit reducers.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3B4B302C-B231-E3C2-DBD0-F68D590F08BE}"/>
              </a:ext>
            </a:extLst>
          </p:cNvPr>
          <p:cNvSpPr/>
          <p:nvPr/>
        </p:nvSpPr>
        <p:spPr>
          <a:xfrm>
            <a:off x="5273040" y="3273552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BFA87-722D-AD1F-E1B6-13C8C90EE0B1}"/>
              </a:ext>
            </a:extLst>
          </p:cNvPr>
          <p:cNvSpPr/>
          <p:nvPr/>
        </p:nvSpPr>
        <p:spPr>
          <a:xfrm>
            <a:off x="5273040" y="3273552"/>
            <a:ext cx="73152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04F08D-AA43-D57D-BC25-3784557FD405}"/>
              </a:ext>
            </a:extLst>
          </p:cNvPr>
          <p:cNvSpPr txBox="1"/>
          <p:nvPr/>
        </p:nvSpPr>
        <p:spPr>
          <a:xfrm>
            <a:off x="5410200" y="3300983"/>
            <a:ext cx="5141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66CC"/>
                </a:solidFill>
              </a:defRPr>
            </a:pPr>
            <a:r>
              <a:rPr sz="1200" dirty="0"/>
              <a:t>Fact Grounding </a:t>
            </a:r>
            <a:endParaRPr lang="en-IN" sz="1200" dirty="0"/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rPr sz="1200" dirty="0"/>
              <a:t>Four-stage hardened JSON extractor,</a:t>
            </a:r>
            <a:r>
              <a:rPr lang="en-IN" sz="1200" dirty="0"/>
              <a:t> human in the loop fact validation </a:t>
            </a:r>
            <a:r>
              <a:rPr sz="1200" dirty="0"/>
              <a:t>and an error-fed repair-retry loop.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EB4086D7-FA7D-3E26-B4BA-943382B657A0}"/>
              </a:ext>
            </a:extLst>
          </p:cNvPr>
          <p:cNvSpPr/>
          <p:nvPr/>
        </p:nvSpPr>
        <p:spPr>
          <a:xfrm>
            <a:off x="5273040" y="4023359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DE7A39-EF5A-A3B8-B5F3-0D0F849380B0}"/>
              </a:ext>
            </a:extLst>
          </p:cNvPr>
          <p:cNvSpPr/>
          <p:nvPr/>
        </p:nvSpPr>
        <p:spPr>
          <a:xfrm>
            <a:off x="5273040" y="4023359"/>
            <a:ext cx="73152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AE81FD-8002-FF87-6F11-20A14D5FD5B3}"/>
              </a:ext>
            </a:extLst>
          </p:cNvPr>
          <p:cNvSpPr txBox="1"/>
          <p:nvPr/>
        </p:nvSpPr>
        <p:spPr>
          <a:xfrm>
            <a:off x="5410200" y="4050791"/>
            <a:ext cx="5601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Speech &amp; Video Rendering</a:t>
            </a:r>
          </a:p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Pluggable TTS chain (</a:t>
            </a:r>
            <a:r>
              <a:rPr sz="1200" dirty="0" err="1"/>
              <a:t>ElevenLabs</a:t>
            </a:r>
            <a:r>
              <a:rPr sz="1200" dirty="0"/>
              <a:t> → Piper → pyttsx3) and a deterministic </a:t>
            </a:r>
            <a:endParaRPr lang="en-IN" sz="1200" dirty="0"/>
          </a:p>
          <a:p>
            <a:pPr>
              <a:defRPr sz="1700" b="1">
                <a:solidFill>
                  <a:srgbClr val="FF8C00"/>
                </a:solidFill>
              </a:defRPr>
            </a:pPr>
            <a:r>
              <a:rPr sz="1200" dirty="0"/>
              <a:t>1080×1920 H.264 renderer retimed to the narration.</a:t>
            </a: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18B2A3CE-4C88-8EDC-C9F2-528B61C81EF4}"/>
              </a:ext>
            </a:extLst>
          </p:cNvPr>
          <p:cNvSpPr/>
          <p:nvPr/>
        </p:nvSpPr>
        <p:spPr>
          <a:xfrm>
            <a:off x="5273040" y="4773168"/>
            <a:ext cx="5760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C264C2-CA07-4D10-AD5A-94B4774DF5AF}"/>
              </a:ext>
            </a:extLst>
          </p:cNvPr>
          <p:cNvSpPr/>
          <p:nvPr/>
        </p:nvSpPr>
        <p:spPr>
          <a:xfrm>
            <a:off x="5273040" y="4773168"/>
            <a:ext cx="73152" cy="6583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546EFE-5E83-9D94-D2D1-EE3337810494}"/>
              </a:ext>
            </a:extLst>
          </p:cNvPr>
          <p:cNvSpPr txBox="1"/>
          <p:nvPr/>
        </p:nvSpPr>
        <p:spPr>
          <a:xfrm>
            <a:off x="5410200" y="4800600"/>
            <a:ext cx="5633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Review Application</a:t>
            </a:r>
          </a:p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Streamlit dashboard, worker, and human approve/reject gate with scoped </a:t>
            </a:r>
            <a:endParaRPr lang="en-IN" sz="1200" dirty="0">
              <a:solidFill>
                <a:srgbClr val="002060"/>
              </a:solidFill>
            </a:endParaRPr>
          </a:p>
          <a:p>
            <a:pPr>
              <a:defRPr sz="1700" b="1">
                <a:solidFill>
                  <a:srgbClr val="009999"/>
                </a:solidFill>
              </a:defRPr>
            </a:pPr>
            <a:r>
              <a:rPr sz="1200" dirty="0">
                <a:solidFill>
                  <a:srgbClr val="002060"/>
                </a:solidFill>
              </a:rPr>
              <a:t>feedback and dependency cascade.</a:t>
            </a:r>
          </a:p>
        </p:txBody>
      </p:sp>
      <p:pic>
        <p:nvPicPr>
          <p:cNvPr id="38" name="Picture 37" descr="fig_7_2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53" y="1326013"/>
            <a:ext cx="3736848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C7A3F-6F42-495A-C9F5-9763C061616E}"/>
              </a:ext>
            </a:extLst>
          </p:cNvPr>
          <p:cNvSpPr txBox="1"/>
          <p:nvPr/>
        </p:nvSpPr>
        <p:spPr>
          <a:xfrm>
            <a:off x="-109128" y="5598559"/>
            <a:ext cx="4861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Human-in-the-Loop Review &amp; Regeneration Loop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E93D2-950C-B1C2-1647-983C666E9DC3}"/>
              </a:ext>
            </a:extLst>
          </p:cNvPr>
          <p:cNvSpPr txBox="1"/>
          <p:nvPr/>
        </p:nvSpPr>
        <p:spPr>
          <a:xfrm>
            <a:off x="5082824" y="5088231"/>
            <a:ext cx="615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Rendered Video Frames: Title, Feature x2, Specification and Call-to-Action Scenes</a:t>
            </a:r>
            <a:endParaRPr lang="en-IN" sz="1600" dirty="0"/>
          </a:p>
        </p:txBody>
      </p:sp>
      <p:pic>
        <p:nvPicPr>
          <p:cNvPr id="14" name="Picture 13" descr="fig_8_6_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36" y="2202533"/>
            <a:ext cx="3703925" cy="2140868"/>
          </a:xfrm>
          <a:prstGeom prst="rect">
            <a:avLst/>
          </a:prstGeom>
        </p:spPr>
      </p:pic>
      <p:pic>
        <p:nvPicPr>
          <p:cNvPr id="15" name="Picture 14" descr="fig_9_4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364" y="2062205"/>
            <a:ext cx="7162800" cy="24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5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Testing Validation, and Results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B0803A-A6DD-A3E9-5E7C-819F8EE01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81507"/>
              </p:ext>
            </p:extLst>
          </p:nvPr>
        </p:nvGraphicFramePr>
        <p:xfrm>
          <a:off x="762000" y="1622430"/>
          <a:ext cx="10356258" cy="2487094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3452086">
                  <a:extLst>
                    <a:ext uri="{9D8B030D-6E8A-4147-A177-3AD203B41FA5}">
                      <a16:colId xmlns:a16="http://schemas.microsoft.com/office/drawing/2014/main" val="1799905747"/>
                    </a:ext>
                  </a:extLst>
                </a:gridCol>
                <a:gridCol w="4735051">
                  <a:extLst>
                    <a:ext uri="{9D8B030D-6E8A-4147-A177-3AD203B41FA5}">
                      <a16:colId xmlns:a16="http://schemas.microsoft.com/office/drawing/2014/main" val="1446876299"/>
                    </a:ext>
                  </a:extLst>
                </a:gridCol>
                <a:gridCol w="2169121">
                  <a:extLst>
                    <a:ext uri="{9D8B030D-6E8A-4147-A177-3AD203B41FA5}">
                      <a16:colId xmlns:a16="http://schemas.microsoft.com/office/drawing/2014/main" val="1541581656"/>
                    </a:ext>
                  </a:extLst>
                </a:gridCol>
              </a:tblGrid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Test Scenario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Expected Outcome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Status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07494"/>
                  </a:ext>
                </a:extLst>
              </a:tr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Duplicate product URL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Surfaced as already-exists; no second row created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79581"/>
                  </a:ext>
                </a:extLst>
              </a:tr>
              <a:tr h="29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Script duration inflated by model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Duration recomputed from word count, not model estimate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62113"/>
                  </a:ext>
                </a:extLst>
              </a:tr>
              <a:tr h="374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TTS engine failure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partial WAV written; falls back to next engine in chain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22"/>
                  </a:ext>
                </a:extLst>
              </a:tr>
              <a:tr h="323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Caption exceeds limit after 3 attempts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Job fails; no version or placeholder created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26543"/>
                  </a:ext>
                </a:extLst>
              </a:tr>
              <a:tr h="374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Live end-to-end product run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All artefacts produced; narration and MP4 duration matched exactly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Pass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311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3C5E44-9185-2E47-413A-7FE84A486EE0}"/>
              </a:ext>
            </a:extLst>
          </p:cNvPr>
          <p:cNvSpPr txBox="1"/>
          <p:nvPr/>
        </p:nvSpPr>
        <p:spPr>
          <a:xfrm>
            <a:off x="533400" y="11684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Testing &amp;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A8C28-0B24-227D-CC73-3E63AF2EEE9F}"/>
              </a:ext>
            </a:extLst>
          </p:cNvPr>
          <p:cNvSpPr txBox="1"/>
          <p:nvPr/>
        </p:nvSpPr>
        <p:spPr>
          <a:xfrm>
            <a:off x="609600" y="4266747"/>
            <a:ext cx="10287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174 automated tests, all passed without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Live run: All artefacts from one URL in 214 seconds; every claim traced to the scraped record with human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Rendered video duration (22.37s) matched the measured narration.</a:t>
            </a:r>
          </a:p>
        </p:txBody>
      </p:sp>
    </p:spTree>
    <p:extLst>
      <p:ext uri="{BB962C8B-B14F-4D97-AF65-F5344CB8AC3E}">
        <p14:creationId xmlns:p14="http://schemas.microsoft.com/office/powerpoint/2010/main" val="305972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Conclusion and Future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D8872-D466-05D6-75FD-FEDF2146CB4C}"/>
              </a:ext>
            </a:extLst>
          </p:cNvPr>
          <p:cNvSpPr txBox="1"/>
          <p:nvPr/>
        </p:nvSpPr>
        <p:spPr>
          <a:xfrm>
            <a:off x="762000" y="1219200"/>
            <a:ext cx="5400000" cy="4930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rPr lang="en-IN" sz="1200" b="1" dirty="0"/>
              <a:t>Conclusion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 generative system can produce a complete, reviewable marketing package without inventing product claims, provided it is willing to fail.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Brand-as-data governance: one YAML file drives prompts, validation limits and rendered visuals.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No-fallback architecture: absence of placeholder content is a structural property, asserted by a named test.</a:t>
            </a:r>
          </a:p>
          <a:p>
            <a:pPr>
              <a:lnSpc>
                <a:spcPct val="130000"/>
              </a:lnSpc>
              <a:buNone/>
            </a:pPr>
            <a:endParaRPr lang="en-IN" sz="1400" b="1" dirty="0"/>
          </a:p>
          <a:p>
            <a:pPr>
              <a:lnSpc>
                <a:spcPct val="130000"/>
              </a:lnSpc>
              <a:buNone/>
            </a:pPr>
            <a:r>
              <a:rPr lang="en-IN" sz="1200" b="1" dirty="0"/>
              <a:t>Future Scope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 claim-verification node cross-checking every number against the specification dictionary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 brand-compliance critique pass in the manner of Self-Refine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Multi-worker operation via atomic job-claiming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Direct publishing across all aspect ratios; an LLM-judge evaluation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2000" y="1100000"/>
            <a:ext cx="523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F6D00"/>
                </a:solidFill>
              </a:rPr>
              <a:t>From fragmented chaos to one governed, repeatable 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8259200" y="1586748"/>
            <a:ext cx="520000" cy="520000"/>
          </a:xfrm>
          <a:prstGeom prst="ellipse">
            <a:avLst/>
          </a:prstGeom>
          <a:solidFill>
            <a:srgbClr val="9B835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200" y="169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5595D"/>
                </a:solidFill>
              </a:rPr>
              <a:t>Product URL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19200" y="2106748"/>
            <a:ext cx="0" cy="230000"/>
          </a:xfrm>
          <a:prstGeom prst="line">
            <a:avLst/>
          </a:prstGeom>
          <a:ln w="19050">
            <a:solidFill>
              <a:srgbClr val="94A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59200" y="2336748"/>
            <a:ext cx="520000" cy="520000"/>
          </a:xfrm>
          <a:prstGeom prst="ellipse">
            <a:avLst/>
          </a:prstGeom>
          <a:solidFill>
            <a:srgbClr val="FF6D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44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FF6D00"/>
                </a:solidFill>
              </a:rPr>
              <a:t>Brand-governed pipeline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19200" y="2856748"/>
            <a:ext cx="0" cy="230000"/>
          </a:xfrm>
          <a:prstGeom prst="line">
            <a:avLst/>
          </a:prstGeom>
          <a:ln w="19050">
            <a:solidFill>
              <a:srgbClr val="94A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59200" y="3086748"/>
            <a:ext cx="520000" cy="520000"/>
          </a:xfrm>
          <a:prstGeom prst="ellipse">
            <a:avLst/>
          </a:prstGeom>
          <a:solidFill>
            <a:srgbClr val="94A08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📝</a:t>
            </a:r>
          </a:p>
        </p:txBody>
      </p:sp>
      <p:sp>
        <p:nvSpPr>
          <p:cNvPr id="17" name="Oval 16"/>
          <p:cNvSpPr/>
          <p:nvPr/>
        </p:nvSpPr>
        <p:spPr>
          <a:xfrm>
            <a:off x="8734200" y="3561748"/>
            <a:ext cx="210000" cy="210000"/>
          </a:xfrm>
          <a:prstGeom prst="ellipse">
            <a:avLst/>
          </a:prstGeom>
          <a:solidFill>
            <a:srgbClr val="3C8C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200" y="319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5595D"/>
                </a:solidFill>
              </a:rPr>
              <a:t>Script — verified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19200" y="3606748"/>
            <a:ext cx="0" cy="230000"/>
          </a:xfrm>
          <a:prstGeom prst="line">
            <a:avLst/>
          </a:prstGeom>
          <a:ln w="19050">
            <a:solidFill>
              <a:srgbClr val="94A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59200" y="3836748"/>
            <a:ext cx="520000" cy="520000"/>
          </a:xfrm>
          <a:prstGeom prst="ellipse">
            <a:avLst/>
          </a:prstGeom>
          <a:solidFill>
            <a:srgbClr val="94A08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21" name="Oval 20"/>
          <p:cNvSpPr/>
          <p:nvPr/>
        </p:nvSpPr>
        <p:spPr>
          <a:xfrm>
            <a:off x="8734200" y="4311748"/>
            <a:ext cx="210000" cy="210000"/>
          </a:xfrm>
          <a:prstGeom prst="ellipse">
            <a:avLst/>
          </a:prstGeom>
          <a:solidFill>
            <a:srgbClr val="3C8C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200" y="394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5595D"/>
                </a:solidFill>
              </a:rPr>
              <a:t>Caption — verified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19200" y="4356748"/>
            <a:ext cx="0" cy="230000"/>
          </a:xfrm>
          <a:prstGeom prst="line">
            <a:avLst/>
          </a:prstGeom>
          <a:ln w="19050">
            <a:solidFill>
              <a:srgbClr val="94A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59200" y="4586748"/>
            <a:ext cx="520000" cy="520000"/>
          </a:xfrm>
          <a:prstGeom prst="ellipse">
            <a:avLst/>
          </a:prstGeom>
          <a:solidFill>
            <a:srgbClr val="94A08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#️⃣</a:t>
            </a:r>
          </a:p>
        </p:txBody>
      </p:sp>
      <p:sp>
        <p:nvSpPr>
          <p:cNvPr id="25" name="Oval 24"/>
          <p:cNvSpPr/>
          <p:nvPr/>
        </p:nvSpPr>
        <p:spPr>
          <a:xfrm>
            <a:off x="8734200" y="5061748"/>
            <a:ext cx="210000" cy="210000"/>
          </a:xfrm>
          <a:prstGeom prst="ellipse">
            <a:avLst/>
          </a:prstGeom>
          <a:solidFill>
            <a:srgbClr val="3C8C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9200" y="469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5595D"/>
                </a:solidFill>
              </a:rPr>
              <a:t>Hashtags — verified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19200" y="5106748"/>
            <a:ext cx="0" cy="230000"/>
          </a:xfrm>
          <a:prstGeom prst="line">
            <a:avLst/>
          </a:prstGeom>
          <a:ln w="19050">
            <a:solidFill>
              <a:srgbClr val="94A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59200" y="5336748"/>
            <a:ext cx="520000" cy="520000"/>
          </a:xfrm>
          <a:prstGeom prst="ellipse">
            <a:avLst/>
          </a:prstGeom>
          <a:solidFill>
            <a:srgbClr val="94A08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Segoe UI Emoji"/>
              </a:rPr>
              <a:t>🎬</a:t>
            </a:r>
          </a:p>
        </p:txBody>
      </p:sp>
      <p:sp>
        <p:nvSpPr>
          <p:cNvPr id="29" name="Oval 28"/>
          <p:cNvSpPr/>
          <p:nvPr/>
        </p:nvSpPr>
        <p:spPr>
          <a:xfrm>
            <a:off x="8734200" y="5811748"/>
            <a:ext cx="210000" cy="210000"/>
          </a:xfrm>
          <a:prstGeom prst="ellipse">
            <a:avLst/>
          </a:prstGeom>
          <a:solidFill>
            <a:srgbClr val="3C8C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0" y="5446748"/>
            <a:ext cx="411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5595D"/>
                </a:solidFill>
              </a:rPr>
              <a:t>Video — verified</a:t>
            </a:r>
          </a:p>
        </p:txBody>
      </p:sp>
    </p:spTree>
    <p:extLst>
      <p:ext uri="{BB962C8B-B14F-4D97-AF65-F5344CB8AC3E}">
        <p14:creationId xmlns:p14="http://schemas.microsoft.com/office/powerpoint/2010/main" val="860557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97" y="280525"/>
            <a:ext cx="7541669" cy="69337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0454" y="6013621"/>
            <a:ext cx="596293" cy="617219"/>
          </a:xfrm>
        </p:spPr>
        <p:txBody>
          <a:bodyPr/>
          <a:lstStyle/>
          <a:p>
            <a:fld id="{F728AED9-0C48-4188-A606-9E40331E64B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7542" y="6254287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64D0C-8C16-1B44-B627-645859D53A97}"/>
              </a:ext>
            </a:extLst>
          </p:cNvPr>
          <p:cNvSpPr txBox="1"/>
          <p:nvPr/>
        </p:nvSpPr>
        <p:spPr>
          <a:xfrm>
            <a:off x="533400" y="1502393"/>
            <a:ext cx="10515600" cy="4532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Z. Ji et al., “Survey of Hallucination in Natural Language Generation,” ACM Computing Surveys, 2023.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J. Maynez, S. Narayan, B. Mirylenka, R. McDonald, “On Faithfulness and Factuality in Abstractive Summarization,” ACL, 2020.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Chen et al., “KOBE: Towards Knowledge-Based Personalized Product Description Generation,” KDD, 2019.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Rashkin et al., “Measuring Attribution in Natural Language Generation Models,” 2021.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Y. Shen, C. Wu, “ReAct: Synergizing Reasoning and Acting in Language Models,” 2023.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 Wu et al., “AutoGen: Enabling Next-Gen LLM Applications via Multi-Agent Conversation,” 2023.</a:t>
            </a: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“LangGraph: Build Stateful Multi-Actor Applications with LLMs,” https://langchain-ai.github.io/langgraph/.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J. Willard, R. </a:t>
            </a: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Louf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“Efficient Guided Generation for Large Language Models,” 2023.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Blattmann</a:t>
            </a: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al., “Stable Video Diffusion,” 2023. [Online].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“Team Data Science Process,” Microsoft, https://learn.microsoft.com/azure/architecture/data-science-process-overview/.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Shopify, “The Product JSON Endpoint,” Shopify Developer Documentation.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 startAt="7"/>
            </a:pPr>
            <a:r>
              <a:rPr lang="en-IN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ASCI, “Code for Self-Regulation of Advertising Content in India,” Advertising Standards Council of India.</a:t>
            </a:r>
            <a:endParaRPr lang="en-IN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4064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5961C-4857-A12F-EC9E-6B89C6DA4F1E}"/>
              </a:ext>
            </a:extLst>
          </p:cNvPr>
          <p:cNvSpPr txBox="1"/>
          <p:nvPr/>
        </p:nvSpPr>
        <p:spPr>
          <a:xfrm>
            <a:off x="533400" y="1143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Bibliography | Webliography</a:t>
            </a:r>
          </a:p>
        </p:txBody>
      </p:sp>
    </p:spTree>
    <p:extLst>
      <p:ext uri="{BB962C8B-B14F-4D97-AF65-F5344CB8AC3E}">
        <p14:creationId xmlns:p14="http://schemas.microsoft.com/office/powerpoint/2010/main" val="395991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Annexure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0C645-235E-9D24-1FD5-A84DBA826E9B}"/>
              </a:ext>
            </a:extLst>
          </p:cNvPr>
          <p:cNvSpPr txBox="1"/>
          <p:nvPr/>
        </p:nvSpPr>
        <p:spPr>
          <a:xfrm>
            <a:off x="861391" y="1143000"/>
            <a:ext cx="10419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Similarity Index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F1DE0-0C2D-5788-B1C9-2D3B9F67FB3B}"/>
              </a:ext>
            </a:extLst>
          </p:cNvPr>
          <p:cNvSpPr txBox="1"/>
          <p:nvPr/>
        </p:nvSpPr>
        <p:spPr>
          <a:xfrm>
            <a:off x="861391" y="3256414"/>
            <a:ext cx="10419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Code Snippet: Repair-Retry Loop</a:t>
            </a:r>
          </a:p>
        </p:txBody>
      </p:sp>
      <p:pic>
        <p:nvPicPr>
          <p:cNvPr id="18" name="Picture 17" descr="code_snippet_2_repair_retry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20" y="3692022"/>
            <a:ext cx="4312319" cy="21753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1622950"/>
            <a:ext cx="10414752" cy="1272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 dirty="0"/>
              <a:t>Turnitin similarity report pending — to be inserted (see report Appendix B).</a:t>
            </a:r>
          </a:p>
        </p:txBody>
      </p:sp>
    </p:spTree>
    <p:extLst>
      <p:ext uri="{BB962C8B-B14F-4D97-AF65-F5344CB8AC3E}">
        <p14:creationId xmlns:p14="http://schemas.microsoft.com/office/powerpoint/2010/main" val="3812950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8/21/2026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04B47-325F-9E6F-A772-A6245C1CE30C}"/>
              </a:ext>
            </a:extLst>
          </p:cNvPr>
          <p:cNvSpPr txBox="1"/>
          <p:nvPr/>
        </p:nvSpPr>
        <p:spPr>
          <a:xfrm>
            <a:off x="1320420" y="1676400"/>
            <a:ext cx="10287000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https://github.com/Shyamsundarkanaka/AI-Powered-Marketing-Content-Generation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86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5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plate race">
      <a:dk1>
        <a:srgbClr val="000000"/>
      </a:dk1>
      <a:lt1>
        <a:sysClr val="window" lastClr="FFFFFF"/>
      </a:lt1>
      <a:dk2>
        <a:srgbClr val="55595D"/>
      </a:dk2>
      <a:lt2>
        <a:srgbClr val="CCDDEA"/>
      </a:lt2>
      <a:accent1>
        <a:srgbClr val="FF6D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8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7665</TotalTime>
  <Words>1708</Words>
  <Application>Microsoft Office PowerPoint</Application>
  <PresentationFormat>Widescreen</PresentationFormat>
  <Paragraphs>287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Roboto Slab</vt:lpstr>
      <vt:lpstr>Times New Roman</vt:lpstr>
      <vt:lpstr>Segoe UI Emoji</vt:lpstr>
      <vt:lpstr>Calibri</vt:lpstr>
      <vt:lpstr>Aptos</vt:lpstr>
      <vt:lpstr>Roboto</vt:lpstr>
      <vt:lpstr>Office Theme</vt:lpstr>
      <vt:lpstr>A LangGraph-Based Multi-Agent System for Brand-Compliant Marketing Content Generation</vt:lpstr>
      <vt:lpstr>Introduction </vt:lpstr>
      <vt:lpstr>Literature Review </vt:lpstr>
      <vt:lpstr>Problem Statement</vt:lpstr>
      <vt:lpstr>Project Objectives </vt:lpstr>
      <vt:lpstr>Project Methodology</vt:lpstr>
      <vt:lpstr>Resource Specifications </vt:lpstr>
      <vt:lpstr>Software Design</vt:lpstr>
      <vt:lpstr>Implementation</vt:lpstr>
      <vt:lpstr>Demo</vt:lpstr>
      <vt:lpstr>Testing Validation, and Results </vt:lpstr>
      <vt:lpstr>Conclusion and Future Scope</vt:lpstr>
      <vt:lpstr>References</vt:lpstr>
      <vt:lpstr>Annexure 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CIVIL ENGINEERING</dc:title>
  <dc:creator>sri</dc:creator>
  <cp:lastModifiedBy>Shyam Sundar</cp:lastModifiedBy>
  <cp:revision>1522</cp:revision>
  <dcterms:created xsi:type="dcterms:W3CDTF">2021-05-05T08:22:29Z</dcterms:created>
  <dcterms:modified xsi:type="dcterms:W3CDTF">2026-08-21T11:23:56Z</dcterms:modified>
</cp:coreProperties>
</file>